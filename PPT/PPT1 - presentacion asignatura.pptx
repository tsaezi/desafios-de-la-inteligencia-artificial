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66" r:id="rId4"/>
    <p:sldId id="259" r:id="rId5"/>
    <p:sldId id="260" r:id="rId6"/>
    <p:sldId id="261" r:id="rId7"/>
    <p:sldId id="267" r:id="rId8"/>
    <p:sldId id="263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9E7E8-0D42-318E-23D2-9837B3F86925}" v="2" dt="2024-03-05T18:12:45.801"/>
    <p1510:client id="{C8E19B38-2EEA-4879-52E5-316114B1B04E}" v="151" dt="2024-03-04T18:28:17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0" autoAdjust="0"/>
    <p:restoredTop sz="94660"/>
  </p:normalViewPr>
  <p:slideViewPr>
    <p:cSldViewPr snapToGrid="0">
      <p:cViewPr varScale="1">
        <p:scale>
          <a:sx n="72" d="100"/>
          <a:sy n="72" d="100"/>
        </p:scale>
        <p:origin x="3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io Alex Vasquez Duque" userId="S::mauricio.vasquez@udd.cl::d6913e40-e3af-4c40-9aad-84146ae045bb" providerId="AD" clId="Web-{D3EFC43F-4F2D-4C56-8148-B78040BE5BBA}"/>
    <pc:docChg chg="addSld modSld">
      <pc:chgData name="Mauricio Alex Vasquez Duque" userId="S::mauricio.vasquez@udd.cl::d6913e40-e3af-4c40-9aad-84146ae045bb" providerId="AD" clId="Web-{D3EFC43F-4F2D-4C56-8148-B78040BE5BBA}" dt="2024-01-16T18:56:17.285" v="1453"/>
      <pc:docMkLst>
        <pc:docMk/>
      </pc:docMkLst>
      <pc:sldChg chg="addSp modSp mod setBg">
        <pc:chgData name="Mauricio Alex Vasquez Duque" userId="S::mauricio.vasquez@udd.cl::d6913e40-e3af-4c40-9aad-84146ae045bb" providerId="AD" clId="Web-{D3EFC43F-4F2D-4C56-8148-B78040BE5BBA}" dt="2024-01-16T18:18:04.952" v="58" actId="20577"/>
        <pc:sldMkLst>
          <pc:docMk/>
          <pc:sldMk cId="2406273178" sldId="256"/>
        </pc:sldMkLst>
        <pc:spChg chg="mod">
          <ac:chgData name="Mauricio Alex Vasquez Duque" userId="S::mauricio.vasquez@udd.cl::d6913e40-e3af-4c40-9aad-84146ae045bb" providerId="AD" clId="Web-{D3EFC43F-4F2D-4C56-8148-B78040BE5BBA}" dt="2024-01-16T18:16:52.982" v="22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Mauricio Alex Vasquez Duque" userId="S::mauricio.vasquez@udd.cl::d6913e40-e3af-4c40-9aad-84146ae045bb" providerId="AD" clId="Web-{D3EFC43F-4F2D-4C56-8148-B78040BE5BBA}" dt="2024-01-16T18:18:04.952" v="58" actId="20577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16:31.684" v="0"/>
          <ac:spMkLst>
            <pc:docMk/>
            <pc:sldMk cId="2406273178" sldId="256"/>
            <ac:spMk id="8" creationId="{46F1F2C8-798B-4CCE-A851-94AFAF350BED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16:31.684" v="0"/>
          <ac:spMkLst>
            <pc:docMk/>
            <pc:sldMk cId="2406273178" sldId="256"/>
            <ac:spMk id="10" creationId="{755E9CD0-04B0-4A3C-B291-AD913379C713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16:31.684" v="0"/>
          <ac:spMkLst>
            <pc:docMk/>
            <pc:sldMk cId="2406273178" sldId="256"/>
            <ac:spMk id="12" creationId="{1DD8BF3B-6066-418C-8D1A-75C5E396FC04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16:31.684" v="0"/>
          <ac:spMkLst>
            <pc:docMk/>
            <pc:sldMk cId="2406273178" sldId="256"/>
            <ac:spMk id="14" creationId="{80BC66F9-7A74-4286-AD22-1174052CC22C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16:31.684" v="0"/>
          <ac:spMkLst>
            <pc:docMk/>
            <pc:sldMk cId="2406273178" sldId="256"/>
            <ac:spMk id="16" creationId="{D8142CC3-2B5C-48E6-9DF0-6C8ACBAF23EF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16:31.684" v="0"/>
          <ac:spMkLst>
            <pc:docMk/>
            <pc:sldMk cId="2406273178" sldId="256"/>
            <ac:spMk id="20" creationId="{46A89C79-8EF3-4AF9-B3D9-59A883F41C83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16:31.684" v="0"/>
          <ac:spMkLst>
            <pc:docMk/>
            <pc:sldMk cId="2406273178" sldId="256"/>
            <ac:spMk id="22" creationId="{EFE5CE34-4543-42E5-B82C-1F3D12422CDD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16:31.684" v="0"/>
          <ac:spMkLst>
            <pc:docMk/>
            <pc:sldMk cId="2406273178" sldId="256"/>
            <ac:spMk id="24" creationId="{72AF41FE-63D7-4695-81D2-66D2510E4486}"/>
          </ac:spMkLst>
        </pc:spChg>
        <pc:cxnChg chg="add">
          <ac:chgData name="Mauricio Alex Vasquez Duque" userId="S::mauricio.vasquez@udd.cl::d6913e40-e3af-4c40-9aad-84146ae045bb" providerId="AD" clId="Web-{D3EFC43F-4F2D-4C56-8148-B78040BE5BBA}" dt="2024-01-16T18:16:31.684" v="0"/>
          <ac:cxnSpMkLst>
            <pc:docMk/>
            <pc:sldMk cId="2406273178" sldId="256"/>
            <ac:cxnSpMk id="18" creationId="{7B2D303B-3DD0-4319-9EAD-361847FEC71D}"/>
          </ac:cxnSpMkLst>
        </pc:cxnChg>
      </pc:sldChg>
      <pc:sldChg chg="modSp new">
        <pc:chgData name="Mauricio Alex Vasquez Duque" userId="S::mauricio.vasquez@udd.cl::d6913e40-e3af-4c40-9aad-84146ae045bb" providerId="AD" clId="Web-{D3EFC43F-4F2D-4C56-8148-B78040BE5BBA}" dt="2024-01-16T18:44:50.926" v="1004" actId="20577"/>
        <pc:sldMkLst>
          <pc:docMk/>
          <pc:sldMk cId="911714953" sldId="257"/>
        </pc:sldMkLst>
        <pc:spChg chg="mod">
          <ac:chgData name="Mauricio Alex Vasquez Duque" userId="S::mauricio.vasquez@udd.cl::d6913e40-e3af-4c40-9aad-84146ae045bb" providerId="AD" clId="Web-{D3EFC43F-4F2D-4C56-8148-B78040BE5BBA}" dt="2024-01-16T18:18:13.046" v="65" actId="20577"/>
          <ac:spMkLst>
            <pc:docMk/>
            <pc:sldMk cId="911714953" sldId="257"/>
            <ac:spMk id="2" creationId="{3EF0BE32-6854-2860-99AA-01F7E84E446F}"/>
          </ac:spMkLst>
        </pc:spChg>
        <pc:spChg chg="mod">
          <ac:chgData name="Mauricio Alex Vasquez Duque" userId="S::mauricio.vasquez@udd.cl::d6913e40-e3af-4c40-9aad-84146ae045bb" providerId="AD" clId="Web-{D3EFC43F-4F2D-4C56-8148-B78040BE5BBA}" dt="2024-01-16T18:44:50.926" v="1004" actId="20577"/>
          <ac:spMkLst>
            <pc:docMk/>
            <pc:sldMk cId="911714953" sldId="257"/>
            <ac:spMk id="3" creationId="{65592B4F-4A5B-E6D0-ADDE-BA7E09960619}"/>
          </ac:spMkLst>
        </pc:spChg>
      </pc:sldChg>
      <pc:sldChg chg="modSp new">
        <pc:chgData name="Mauricio Alex Vasquez Duque" userId="S::mauricio.vasquez@udd.cl::d6913e40-e3af-4c40-9aad-84146ae045bb" providerId="AD" clId="Web-{D3EFC43F-4F2D-4C56-8148-B78040BE5BBA}" dt="2024-01-16T18:26:42.667" v="380" actId="20577"/>
        <pc:sldMkLst>
          <pc:docMk/>
          <pc:sldMk cId="1742766340" sldId="258"/>
        </pc:sldMkLst>
        <pc:spChg chg="mod">
          <ac:chgData name="Mauricio Alex Vasquez Duque" userId="S::mauricio.vasquez@udd.cl::d6913e40-e3af-4c40-9aad-84146ae045bb" providerId="AD" clId="Web-{D3EFC43F-4F2D-4C56-8148-B78040BE5BBA}" dt="2024-01-16T18:20:25.330" v="163" actId="20577"/>
          <ac:spMkLst>
            <pc:docMk/>
            <pc:sldMk cId="1742766340" sldId="258"/>
            <ac:spMk id="2" creationId="{FC781E41-74BC-FEA2-ED64-92B58E59BB3E}"/>
          </ac:spMkLst>
        </pc:spChg>
        <pc:spChg chg="mod">
          <ac:chgData name="Mauricio Alex Vasquez Duque" userId="S::mauricio.vasquez@udd.cl::d6913e40-e3af-4c40-9aad-84146ae045bb" providerId="AD" clId="Web-{D3EFC43F-4F2D-4C56-8148-B78040BE5BBA}" dt="2024-01-16T18:26:42.667" v="380" actId="20577"/>
          <ac:spMkLst>
            <pc:docMk/>
            <pc:sldMk cId="1742766340" sldId="258"/>
            <ac:spMk id="3" creationId="{35FEE923-C7BB-FDF9-1169-CF4E89CE8DE5}"/>
          </ac:spMkLst>
        </pc:spChg>
      </pc:sldChg>
      <pc:sldChg chg="modSp new">
        <pc:chgData name="Mauricio Alex Vasquez Duque" userId="S::mauricio.vasquez@udd.cl::d6913e40-e3af-4c40-9aad-84146ae045bb" providerId="AD" clId="Web-{D3EFC43F-4F2D-4C56-8148-B78040BE5BBA}" dt="2024-01-16T18:31:42.283" v="643" actId="20577"/>
        <pc:sldMkLst>
          <pc:docMk/>
          <pc:sldMk cId="2758566255" sldId="259"/>
        </pc:sldMkLst>
        <pc:spChg chg="mod">
          <ac:chgData name="Mauricio Alex Vasquez Duque" userId="S::mauricio.vasquez@udd.cl::d6913e40-e3af-4c40-9aad-84146ae045bb" providerId="AD" clId="Web-{D3EFC43F-4F2D-4C56-8148-B78040BE5BBA}" dt="2024-01-16T18:26:50.105" v="387" actId="20577"/>
          <ac:spMkLst>
            <pc:docMk/>
            <pc:sldMk cId="2758566255" sldId="259"/>
            <ac:spMk id="2" creationId="{D81C9B25-0AE7-2965-4516-3E5230CE1E48}"/>
          </ac:spMkLst>
        </pc:spChg>
        <pc:spChg chg="mod">
          <ac:chgData name="Mauricio Alex Vasquez Duque" userId="S::mauricio.vasquez@udd.cl::d6913e40-e3af-4c40-9aad-84146ae045bb" providerId="AD" clId="Web-{D3EFC43F-4F2D-4C56-8148-B78040BE5BBA}" dt="2024-01-16T18:31:42.283" v="643" actId="20577"/>
          <ac:spMkLst>
            <pc:docMk/>
            <pc:sldMk cId="2758566255" sldId="259"/>
            <ac:spMk id="3" creationId="{D9731729-7F7F-15FF-5822-B19DE901CD80}"/>
          </ac:spMkLst>
        </pc:spChg>
      </pc:sldChg>
      <pc:sldChg chg="modSp new">
        <pc:chgData name="Mauricio Alex Vasquez Duque" userId="S::mauricio.vasquez@udd.cl::d6913e40-e3af-4c40-9aad-84146ae045bb" providerId="AD" clId="Web-{D3EFC43F-4F2D-4C56-8148-B78040BE5BBA}" dt="2024-01-16T18:32:43.050" v="714" actId="20577"/>
        <pc:sldMkLst>
          <pc:docMk/>
          <pc:sldMk cId="3890867026" sldId="260"/>
        </pc:sldMkLst>
        <pc:spChg chg="mod">
          <ac:chgData name="Mauricio Alex Vasquez Duque" userId="S::mauricio.vasquez@udd.cl::d6913e40-e3af-4c40-9aad-84146ae045bb" providerId="AD" clId="Web-{D3EFC43F-4F2D-4C56-8148-B78040BE5BBA}" dt="2024-01-16T18:32:02.018" v="656" actId="20577"/>
          <ac:spMkLst>
            <pc:docMk/>
            <pc:sldMk cId="3890867026" sldId="260"/>
            <ac:spMk id="2" creationId="{B50BD0CE-C351-3B56-F14F-6B2AEB3FB4C9}"/>
          </ac:spMkLst>
        </pc:spChg>
        <pc:spChg chg="mod">
          <ac:chgData name="Mauricio Alex Vasquez Duque" userId="S::mauricio.vasquez@udd.cl::d6913e40-e3af-4c40-9aad-84146ae045bb" providerId="AD" clId="Web-{D3EFC43F-4F2D-4C56-8148-B78040BE5BBA}" dt="2024-01-16T18:32:43.050" v="714" actId="20577"/>
          <ac:spMkLst>
            <pc:docMk/>
            <pc:sldMk cId="3890867026" sldId="260"/>
            <ac:spMk id="3" creationId="{52C50D9E-383A-038C-AE2B-0A1AF677E20E}"/>
          </ac:spMkLst>
        </pc:spChg>
      </pc:sldChg>
      <pc:sldChg chg="addSp modSp new mod setBg">
        <pc:chgData name="Mauricio Alex Vasquez Duque" userId="S::mauricio.vasquez@udd.cl::d6913e40-e3af-4c40-9aad-84146ae045bb" providerId="AD" clId="Web-{D3EFC43F-4F2D-4C56-8148-B78040BE5BBA}" dt="2024-01-16T18:37:44.510" v="800"/>
        <pc:sldMkLst>
          <pc:docMk/>
          <pc:sldMk cId="2488893042" sldId="261"/>
        </pc:sldMkLst>
        <pc:spChg chg="mod">
          <ac:chgData name="Mauricio Alex Vasquez Duque" userId="S::mauricio.vasquez@udd.cl::d6913e40-e3af-4c40-9aad-84146ae045bb" providerId="AD" clId="Web-{D3EFC43F-4F2D-4C56-8148-B78040BE5BBA}" dt="2024-01-16T18:37:44.510" v="800"/>
          <ac:spMkLst>
            <pc:docMk/>
            <pc:sldMk cId="2488893042" sldId="261"/>
            <ac:spMk id="2" creationId="{A68F1739-388C-BEB6-1790-E1834AA8FC08}"/>
          </ac:spMkLst>
        </pc:spChg>
        <pc:spChg chg="mod">
          <ac:chgData name="Mauricio Alex Vasquez Duque" userId="S::mauricio.vasquez@udd.cl::d6913e40-e3af-4c40-9aad-84146ae045bb" providerId="AD" clId="Web-{D3EFC43F-4F2D-4C56-8148-B78040BE5BBA}" dt="2024-01-16T18:37:44.510" v="800"/>
          <ac:spMkLst>
            <pc:docMk/>
            <pc:sldMk cId="2488893042" sldId="261"/>
            <ac:spMk id="3" creationId="{4DFA2527-73B3-7F83-5EFA-10500DDD73D3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37:44.510" v="800"/>
          <ac:spMkLst>
            <pc:docMk/>
            <pc:sldMk cId="2488893042" sldId="261"/>
            <ac:spMk id="9" creationId="{E91DC736-0EF8-4F87-9146-EBF1D2EE4D3D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37:44.510" v="800"/>
          <ac:spMkLst>
            <pc:docMk/>
            <pc:sldMk cId="2488893042" sldId="261"/>
            <ac:spMk id="11" creationId="{097CD68E-23E3-4007-8847-CD0944C4F7BE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37:44.510" v="800"/>
          <ac:spMkLst>
            <pc:docMk/>
            <pc:sldMk cId="2488893042" sldId="261"/>
            <ac:spMk id="13" creationId="{AF2F604E-43BE-4DC3-B983-E071523364F8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37:44.510" v="800"/>
          <ac:spMkLst>
            <pc:docMk/>
            <pc:sldMk cId="2488893042" sldId="261"/>
            <ac:spMk id="15" creationId="{08C9B587-E65E-4B52-B37C-ABEBB6E87928}"/>
          </ac:spMkLst>
        </pc:spChg>
        <pc:picChg chg="add mod ord">
          <ac:chgData name="Mauricio Alex Vasquez Duque" userId="S::mauricio.vasquez@udd.cl::d6913e40-e3af-4c40-9aad-84146ae045bb" providerId="AD" clId="Web-{D3EFC43F-4F2D-4C56-8148-B78040BE5BBA}" dt="2024-01-16T18:37:44.510" v="800"/>
          <ac:picMkLst>
            <pc:docMk/>
            <pc:sldMk cId="2488893042" sldId="261"/>
            <ac:picMk id="4" creationId="{FA06D645-F601-A517-29F2-542F3A887E85}"/>
          </ac:picMkLst>
        </pc:picChg>
      </pc:sldChg>
      <pc:sldChg chg="modSp new">
        <pc:chgData name="Mauricio Alex Vasquez Duque" userId="S::mauricio.vasquez@udd.cl::d6913e40-e3af-4c40-9aad-84146ae045bb" providerId="AD" clId="Web-{D3EFC43F-4F2D-4C56-8148-B78040BE5BBA}" dt="2024-01-16T18:36:29.087" v="797" actId="20577"/>
        <pc:sldMkLst>
          <pc:docMk/>
          <pc:sldMk cId="3386864802" sldId="262"/>
        </pc:sldMkLst>
        <pc:spChg chg="mod">
          <ac:chgData name="Mauricio Alex Vasquez Duque" userId="S::mauricio.vasquez@udd.cl::d6913e40-e3af-4c40-9aad-84146ae045bb" providerId="AD" clId="Web-{D3EFC43F-4F2D-4C56-8148-B78040BE5BBA}" dt="2024-01-16T18:34:36.350" v="740" actId="20577"/>
          <ac:spMkLst>
            <pc:docMk/>
            <pc:sldMk cId="3386864802" sldId="262"/>
            <ac:spMk id="2" creationId="{2B85BCA0-6DD3-0E57-8704-B60B717BE27F}"/>
          </ac:spMkLst>
        </pc:spChg>
        <pc:spChg chg="mod">
          <ac:chgData name="Mauricio Alex Vasquez Duque" userId="S::mauricio.vasquez@udd.cl::d6913e40-e3af-4c40-9aad-84146ae045bb" providerId="AD" clId="Web-{D3EFC43F-4F2D-4C56-8148-B78040BE5BBA}" dt="2024-01-16T18:36:29.087" v="797" actId="20577"/>
          <ac:spMkLst>
            <pc:docMk/>
            <pc:sldMk cId="3386864802" sldId="262"/>
            <ac:spMk id="3" creationId="{A8065D73-AA93-91C5-FE79-EEB9C3EC1FE0}"/>
          </ac:spMkLst>
        </pc:spChg>
      </pc:sldChg>
      <pc:sldChg chg="addSp delSp modSp new">
        <pc:chgData name="Mauricio Alex Vasquez Duque" userId="S::mauricio.vasquez@udd.cl::d6913e40-e3af-4c40-9aad-84146ae045bb" providerId="AD" clId="Web-{D3EFC43F-4F2D-4C56-8148-B78040BE5BBA}" dt="2024-01-16T18:44:15.878" v="989" actId="1076"/>
        <pc:sldMkLst>
          <pc:docMk/>
          <pc:sldMk cId="3137899002" sldId="263"/>
        </pc:sldMkLst>
        <pc:spChg chg="mod">
          <ac:chgData name="Mauricio Alex Vasquez Duque" userId="S::mauricio.vasquez@udd.cl::d6913e40-e3af-4c40-9aad-84146ae045bb" providerId="AD" clId="Web-{D3EFC43F-4F2D-4C56-8148-B78040BE5BBA}" dt="2024-01-16T18:38:45.355" v="804" actId="20577"/>
          <ac:spMkLst>
            <pc:docMk/>
            <pc:sldMk cId="3137899002" sldId="263"/>
            <ac:spMk id="2" creationId="{929D3F44-DAAB-CBC5-4FE3-AC1A7357077B}"/>
          </ac:spMkLst>
        </pc:spChg>
        <pc:spChg chg="del mod">
          <ac:chgData name="Mauricio Alex Vasquez Duque" userId="S::mauricio.vasquez@udd.cl::d6913e40-e3af-4c40-9aad-84146ae045bb" providerId="AD" clId="Web-{D3EFC43F-4F2D-4C56-8148-B78040BE5BBA}" dt="2024-01-16T18:39:39.763" v="815"/>
          <ac:spMkLst>
            <pc:docMk/>
            <pc:sldMk cId="3137899002" sldId="263"/>
            <ac:spMk id="3" creationId="{8B3CA88D-B67E-E7D4-CD83-A4FE03D44343}"/>
          </ac:spMkLst>
        </pc:spChg>
        <pc:graphicFrameChg chg="add mod ord modGraphic">
          <ac:chgData name="Mauricio Alex Vasquez Duque" userId="S::mauricio.vasquez@udd.cl::d6913e40-e3af-4c40-9aad-84146ae045bb" providerId="AD" clId="Web-{D3EFC43F-4F2D-4C56-8148-B78040BE5BBA}" dt="2024-01-16T18:44:15.878" v="989" actId="1076"/>
          <ac:graphicFrameMkLst>
            <pc:docMk/>
            <pc:sldMk cId="3137899002" sldId="263"/>
            <ac:graphicFrameMk id="4" creationId="{7579A5B5-3F13-B744-0691-6F626B319907}"/>
          </ac:graphicFrameMkLst>
        </pc:graphicFrameChg>
      </pc:sldChg>
      <pc:sldChg chg="addSp delSp modSp new mod setBg">
        <pc:chgData name="Mauricio Alex Vasquez Duque" userId="S::mauricio.vasquez@udd.cl::d6913e40-e3af-4c40-9aad-84146ae045bb" providerId="AD" clId="Web-{D3EFC43F-4F2D-4C56-8148-B78040BE5BBA}" dt="2024-01-16T18:56:17.285" v="1453"/>
        <pc:sldMkLst>
          <pc:docMk/>
          <pc:sldMk cId="3861371884" sldId="264"/>
        </pc:sldMkLst>
        <pc:spChg chg="mod">
          <ac:chgData name="Mauricio Alex Vasquez Duque" userId="S::mauricio.vasquez@udd.cl::d6913e40-e3af-4c40-9aad-84146ae045bb" providerId="AD" clId="Web-{D3EFC43F-4F2D-4C56-8148-B78040BE5BBA}" dt="2024-01-16T18:56:17.285" v="1452"/>
          <ac:spMkLst>
            <pc:docMk/>
            <pc:sldMk cId="3861371884" sldId="264"/>
            <ac:spMk id="2" creationId="{4321A692-7167-B719-02E1-1B0F72A7D277}"/>
          </ac:spMkLst>
        </pc:spChg>
        <pc:spChg chg="mod ord">
          <ac:chgData name="Mauricio Alex Vasquez Duque" userId="S::mauricio.vasquez@udd.cl::d6913e40-e3af-4c40-9aad-84146ae045bb" providerId="AD" clId="Web-{D3EFC43F-4F2D-4C56-8148-B78040BE5BBA}" dt="2024-01-16T18:56:17.285" v="1453"/>
          <ac:spMkLst>
            <pc:docMk/>
            <pc:sldMk cId="3861371884" sldId="264"/>
            <ac:spMk id="3" creationId="{95BCDC40-8788-42C2-8F0E-B7C5D72A17E2}"/>
          </ac:spMkLst>
        </pc:spChg>
        <pc:spChg chg="add del">
          <ac:chgData name="Mauricio Alex Vasquez Duque" userId="S::mauricio.vasquez@udd.cl::d6913e40-e3af-4c40-9aad-84146ae045bb" providerId="AD" clId="Web-{D3EFC43F-4F2D-4C56-8148-B78040BE5BBA}" dt="2024-01-16T18:56:17.285" v="1453"/>
          <ac:spMkLst>
            <pc:docMk/>
            <pc:sldMk cId="3861371884" sldId="264"/>
            <ac:spMk id="9" creationId="{D009D6D5-DAC2-4A8B-A17A-E206B9012D09}"/>
          </ac:spMkLst>
        </pc:spChg>
        <pc:spChg chg="add del">
          <ac:chgData name="Mauricio Alex Vasquez Duque" userId="S::mauricio.vasquez@udd.cl::d6913e40-e3af-4c40-9aad-84146ae045bb" providerId="AD" clId="Web-{D3EFC43F-4F2D-4C56-8148-B78040BE5BBA}" dt="2024-01-16T18:56:09.160" v="1448"/>
          <ac:spMkLst>
            <pc:docMk/>
            <pc:sldMk cId="3861371884" sldId="264"/>
            <ac:spMk id="14" creationId="{D009D6D5-DAC2-4A8B-A17A-E206B9012D09}"/>
          </ac:spMkLst>
        </pc:spChg>
        <pc:spChg chg="add del">
          <ac:chgData name="Mauricio Alex Vasquez Duque" userId="S::mauricio.vasquez@udd.cl::d6913e40-e3af-4c40-9aad-84146ae045bb" providerId="AD" clId="Web-{D3EFC43F-4F2D-4C56-8148-B78040BE5BBA}" dt="2024-01-16T18:56:13.863" v="1450"/>
          <ac:spMkLst>
            <pc:docMk/>
            <pc:sldMk cId="3861371884" sldId="264"/>
            <ac:spMk id="16" creationId="{3EBE8569-6AEC-4B8C-8D53-2DE337CDBA65}"/>
          </ac:spMkLst>
        </pc:spChg>
        <pc:spChg chg="add del">
          <ac:chgData name="Mauricio Alex Vasquez Duque" userId="S::mauricio.vasquez@udd.cl::d6913e40-e3af-4c40-9aad-84146ae045bb" providerId="AD" clId="Web-{D3EFC43F-4F2D-4C56-8148-B78040BE5BBA}" dt="2024-01-16T18:56:13.863" v="1450"/>
          <ac:spMkLst>
            <pc:docMk/>
            <pc:sldMk cId="3861371884" sldId="264"/>
            <ac:spMk id="17" creationId="{8FC9BE17-9A7B-462D-AE50-3D8777387304}"/>
          </ac:spMkLst>
        </pc:spChg>
        <pc:spChg chg="add del">
          <ac:chgData name="Mauricio Alex Vasquez Duque" userId="S::mauricio.vasquez@udd.cl::d6913e40-e3af-4c40-9aad-84146ae045bb" providerId="AD" clId="Web-{D3EFC43F-4F2D-4C56-8148-B78040BE5BBA}" dt="2024-01-16T18:56:13.863" v="1450"/>
          <ac:spMkLst>
            <pc:docMk/>
            <pc:sldMk cId="3861371884" sldId="264"/>
            <ac:spMk id="18" creationId="{55D4142C-5077-457F-A6AD-3FECFDB39685}"/>
          </ac:spMkLst>
        </pc:spChg>
        <pc:spChg chg="add del">
          <ac:chgData name="Mauricio Alex Vasquez Duque" userId="S::mauricio.vasquez@udd.cl::d6913e40-e3af-4c40-9aad-84146ae045bb" providerId="AD" clId="Web-{D3EFC43F-4F2D-4C56-8148-B78040BE5BBA}" dt="2024-01-16T18:56:13.863" v="1450"/>
          <ac:spMkLst>
            <pc:docMk/>
            <pc:sldMk cId="3861371884" sldId="264"/>
            <ac:spMk id="20" creationId="{7A5F0580-5EE9-419F-96EE-B6529EF6E7D0}"/>
          </ac:spMkLst>
        </pc:spChg>
        <pc:spChg chg="add del">
          <ac:chgData name="Mauricio Alex Vasquez Duque" userId="S::mauricio.vasquez@udd.cl::d6913e40-e3af-4c40-9aad-84146ae045bb" providerId="AD" clId="Web-{D3EFC43F-4F2D-4C56-8148-B78040BE5BBA}" dt="2024-01-16T18:56:17.285" v="1452"/>
          <ac:spMkLst>
            <pc:docMk/>
            <pc:sldMk cId="3861371884" sldId="264"/>
            <ac:spMk id="22" creationId="{79BB35BC-D5C2-4C8B-A22A-A71E6191913B}"/>
          </ac:spMkLst>
        </pc:spChg>
        <pc:spChg chg="add">
          <ac:chgData name="Mauricio Alex Vasquez Duque" userId="S::mauricio.vasquez@udd.cl::d6913e40-e3af-4c40-9aad-84146ae045bb" providerId="AD" clId="Web-{D3EFC43F-4F2D-4C56-8148-B78040BE5BBA}" dt="2024-01-16T18:56:17.285" v="1453"/>
          <ac:spMkLst>
            <pc:docMk/>
            <pc:sldMk cId="3861371884" sldId="264"/>
            <ac:spMk id="24" creationId="{D009D6D5-DAC2-4A8B-A17A-E206B9012D09}"/>
          </ac:spMkLst>
        </pc:spChg>
        <pc:picChg chg="add del mod">
          <ac:chgData name="Mauricio Alex Vasquez Duque" userId="S::mauricio.vasquez@udd.cl::d6913e40-e3af-4c40-9aad-84146ae045bb" providerId="AD" clId="Web-{D3EFC43F-4F2D-4C56-8148-B78040BE5BBA}" dt="2024-01-16T18:55:59.785" v="1445"/>
          <ac:picMkLst>
            <pc:docMk/>
            <pc:sldMk cId="3861371884" sldId="264"/>
            <ac:picMk id="4" creationId="{56D94086-51C4-57BA-161A-48C42B0B631E}"/>
          </ac:picMkLst>
        </pc:picChg>
        <pc:picChg chg="add mod ord">
          <ac:chgData name="Mauricio Alex Vasquez Duque" userId="S::mauricio.vasquez@udd.cl::d6913e40-e3af-4c40-9aad-84146ae045bb" providerId="AD" clId="Web-{D3EFC43F-4F2D-4C56-8148-B78040BE5BBA}" dt="2024-01-16T18:56:17.285" v="1453"/>
          <ac:picMkLst>
            <pc:docMk/>
            <pc:sldMk cId="3861371884" sldId="264"/>
            <ac:picMk id="5" creationId="{E55E74D0-D873-933A-F278-89EE0B17EE31}"/>
          </ac:picMkLst>
        </pc:picChg>
      </pc:sldChg>
      <pc:sldChg chg="modSp new">
        <pc:chgData name="Mauricio Alex Vasquez Duque" userId="S::mauricio.vasquez@udd.cl::d6913e40-e3af-4c40-9aad-84146ae045bb" providerId="AD" clId="Web-{D3EFC43F-4F2D-4C56-8148-B78040BE5BBA}" dt="2024-01-16T18:54:33.408" v="1438" actId="20577"/>
        <pc:sldMkLst>
          <pc:docMk/>
          <pc:sldMk cId="2064167898" sldId="265"/>
        </pc:sldMkLst>
        <pc:spChg chg="mod">
          <ac:chgData name="Mauricio Alex Vasquez Duque" userId="S::mauricio.vasquez@udd.cl::d6913e40-e3af-4c40-9aad-84146ae045bb" providerId="AD" clId="Web-{D3EFC43F-4F2D-4C56-8148-B78040BE5BBA}" dt="2024-01-16T18:51:42.717" v="1314" actId="20577"/>
          <ac:spMkLst>
            <pc:docMk/>
            <pc:sldMk cId="2064167898" sldId="265"/>
            <ac:spMk id="2" creationId="{E6B3285F-2DAF-64DD-3830-3678E62D35B8}"/>
          </ac:spMkLst>
        </pc:spChg>
        <pc:spChg chg="mod">
          <ac:chgData name="Mauricio Alex Vasquez Duque" userId="S::mauricio.vasquez@udd.cl::d6913e40-e3af-4c40-9aad-84146ae045bb" providerId="AD" clId="Web-{D3EFC43F-4F2D-4C56-8148-B78040BE5BBA}" dt="2024-01-16T18:54:33.408" v="1438" actId="20577"/>
          <ac:spMkLst>
            <pc:docMk/>
            <pc:sldMk cId="2064167898" sldId="265"/>
            <ac:spMk id="3" creationId="{4676025A-ADC9-D708-90F1-16BE8C6F1287}"/>
          </ac:spMkLst>
        </pc:spChg>
      </pc:sldChg>
    </pc:docChg>
  </pc:docChgLst>
  <pc:docChgLst>
    <pc:chgData name="Mauricio Alex Vasquez Duque" userId="S::mauricio.vasquez@udd.cl::d6913e40-e3af-4c40-9aad-84146ae045bb" providerId="AD" clId="Web-{B39EA088-8647-4C0B-2691-905B2121B02F}"/>
    <pc:docChg chg="modSld">
      <pc:chgData name="Mauricio Alex Vasquez Duque" userId="S::mauricio.vasquez@udd.cl::d6913e40-e3af-4c40-9aad-84146ae045bb" providerId="AD" clId="Web-{B39EA088-8647-4C0B-2691-905B2121B02F}" dt="2024-01-31T22:28:59.753" v="1098" actId="20577"/>
      <pc:docMkLst>
        <pc:docMk/>
      </pc:docMkLst>
      <pc:sldChg chg="modSp">
        <pc:chgData name="Mauricio Alex Vasquez Duque" userId="S::mauricio.vasquez@udd.cl::d6913e40-e3af-4c40-9aad-84146ae045bb" providerId="AD" clId="Web-{B39EA088-8647-4C0B-2691-905B2121B02F}" dt="2024-01-31T21:48:19.400" v="75" actId="20577"/>
        <pc:sldMkLst>
          <pc:docMk/>
          <pc:sldMk cId="2406273178" sldId="256"/>
        </pc:sldMkLst>
        <pc:spChg chg="mod">
          <ac:chgData name="Mauricio Alex Vasquez Duque" userId="S::mauricio.vasquez@udd.cl::d6913e40-e3af-4c40-9aad-84146ae045bb" providerId="AD" clId="Web-{B39EA088-8647-4C0B-2691-905B2121B02F}" dt="2024-01-31T21:47:42.320" v="27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Mauricio Alex Vasquez Duque" userId="S::mauricio.vasquez@udd.cl::d6913e40-e3af-4c40-9aad-84146ae045bb" providerId="AD" clId="Web-{B39EA088-8647-4C0B-2691-905B2121B02F}" dt="2024-01-31T21:48:19.400" v="75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modSp">
        <pc:chgData name="Mauricio Alex Vasquez Duque" userId="S::mauricio.vasquez@udd.cl::d6913e40-e3af-4c40-9aad-84146ae045bb" providerId="AD" clId="Web-{B39EA088-8647-4C0B-2691-905B2121B02F}" dt="2024-01-31T22:23:47.962" v="1020" actId="20577"/>
        <pc:sldMkLst>
          <pc:docMk/>
          <pc:sldMk cId="911714953" sldId="257"/>
        </pc:sldMkLst>
        <pc:spChg chg="mod">
          <ac:chgData name="Mauricio Alex Vasquez Duque" userId="S::mauricio.vasquez@udd.cl::d6913e40-e3af-4c40-9aad-84146ae045bb" providerId="AD" clId="Web-{B39EA088-8647-4C0B-2691-905B2121B02F}" dt="2024-01-31T22:23:47.962" v="1020" actId="20577"/>
          <ac:spMkLst>
            <pc:docMk/>
            <pc:sldMk cId="911714953" sldId="257"/>
            <ac:spMk id="3" creationId="{65592B4F-4A5B-E6D0-ADDE-BA7E09960619}"/>
          </ac:spMkLst>
        </pc:spChg>
      </pc:sldChg>
      <pc:sldChg chg="modSp">
        <pc:chgData name="Mauricio Alex Vasquez Duque" userId="S::mauricio.vasquez@udd.cl::d6913e40-e3af-4c40-9aad-84146ae045bb" providerId="AD" clId="Web-{B39EA088-8647-4C0B-2691-905B2121B02F}" dt="2024-01-31T22:08:51.311" v="286" actId="20577"/>
        <pc:sldMkLst>
          <pc:docMk/>
          <pc:sldMk cId="1742766340" sldId="258"/>
        </pc:sldMkLst>
        <pc:spChg chg="mod">
          <ac:chgData name="Mauricio Alex Vasquez Duque" userId="S::mauricio.vasquez@udd.cl::d6913e40-e3af-4c40-9aad-84146ae045bb" providerId="AD" clId="Web-{B39EA088-8647-4C0B-2691-905B2121B02F}" dt="2024-01-31T22:08:51.311" v="286" actId="20577"/>
          <ac:spMkLst>
            <pc:docMk/>
            <pc:sldMk cId="1742766340" sldId="258"/>
            <ac:spMk id="3" creationId="{35FEE923-C7BB-FDF9-1169-CF4E89CE8DE5}"/>
          </ac:spMkLst>
        </pc:spChg>
      </pc:sldChg>
      <pc:sldChg chg="modSp">
        <pc:chgData name="Mauricio Alex Vasquez Duque" userId="S::mauricio.vasquez@udd.cl::d6913e40-e3af-4c40-9aad-84146ae045bb" providerId="AD" clId="Web-{B39EA088-8647-4C0B-2691-905B2121B02F}" dt="2024-01-31T22:13:15.319" v="537" actId="20577"/>
        <pc:sldMkLst>
          <pc:docMk/>
          <pc:sldMk cId="2758566255" sldId="259"/>
        </pc:sldMkLst>
        <pc:spChg chg="mod">
          <ac:chgData name="Mauricio Alex Vasquez Duque" userId="S::mauricio.vasquez@udd.cl::d6913e40-e3af-4c40-9aad-84146ae045bb" providerId="AD" clId="Web-{B39EA088-8647-4C0B-2691-905B2121B02F}" dt="2024-01-31T22:13:15.319" v="537" actId="20577"/>
          <ac:spMkLst>
            <pc:docMk/>
            <pc:sldMk cId="2758566255" sldId="259"/>
            <ac:spMk id="3" creationId="{D9731729-7F7F-15FF-5822-B19DE901CD80}"/>
          </ac:spMkLst>
        </pc:spChg>
      </pc:sldChg>
      <pc:sldChg chg="modSp">
        <pc:chgData name="Mauricio Alex Vasquez Duque" userId="S::mauricio.vasquez@udd.cl::d6913e40-e3af-4c40-9aad-84146ae045bb" providerId="AD" clId="Web-{B39EA088-8647-4C0B-2691-905B2121B02F}" dt="2024-01-31T22:14:16.149" v="548" actId="20577"/>
        <pc:sldMkLst>
          <pc:docMk/>
          <pc:sldMk cId="3890867026" sldId="260"/>
        </pc:sldMkLst>
        <pc:spChg chg="mod">
          <ac:chgData name="Mauricio Alex Vasquez Duque" userId="S::mauricio.vasquez@udd.cl::d6913e40-e3af-4c40-9aad-84146ae045bb" providerId="AD" clId="Web-{B39EA088-8647-4C0B-2691-905B2121B02F}" dt="2024-01-31T22:14:16.149" v="548" actId="20577"/>
          <ac:spMkLst>
            <pc:docMk/>
            <pc:sldMk cId="3890867026" sldId="260"/>
            <ac:spMk id="3" creationId="{52C50D9E-383A-038C-AE2B-0A1AF677E20E}"/>
          </ac:spMkLst>
        </pc:spChg>
      </pc:sldChg>
      <pc:sldChg chg="addSp delSp modSp">
        <pc:chgData name="Mauricio Alex Vasquez Duque" userId="S::mauricio.vasquez@udd.cl::d6913e40-e3af-4c40-9aad-84146ae045bb" providerId="AD" clId="Web-{B39EA088-8647-4C0B-2691-905B2121B02F}" dt="2024-01-31T21:51:33.452" v="82"/>
        <pc:sldMkLst>
          <pc:docMk/>
          <pc:sldMk cId="2488893042" sldId="261"/>
        </pc:sldMkLst>
        <pc:spChg chg="mod">
          <ac:chgData name="Mauricio Alex Vasquez Duque" userId="S::mauricio.vasquez@udd.cl::d6913e40-e3af-4c40-9aad-84146ae045bb" providerId="AD" clId="Web-{B39EA088-8647-4C0B-2691-905B2121B02F}" dt="2024-01-31T21:51:33.452" v="82"/>
          <ac:spMkLst>
            <pc:docMk/>
            <pc:sldMk cId="2488893042" sldId="261"/>
            <ac:spMk id="2" creationId="{A68F1739-388C-BEB6-1790-E1834AA8FC08}"/>
          </ac:spMkLst>
        </pc:spChg>
        <pc:spChg chg="mod">
          <ac:chgData name="Mauricio Alex Vasquez Duque" userId="S::mauricio.vasquez@udd.cl::d6913e40-e3af-4c40-9aad-84146ae045bb" providerId="AD" clId="Web-{B39EA088-8647-4C0B-2691-905B2121B02F}" dt="2024-01-31T21:51:33.452" v="82"/>
          <ac:spMkLst>
            <pc:docMk/>
            <pc:sldMk cId="2488893042" sldId="261"/>
            <ac:spMk id="3" creationId="{4DFA2527-73B3-7F83-5EFA-10500DDD73D3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52" v="82"/>
          <ac:spMkLst>
            <pc:docMk/>
            <pc:sldMk cId="2488893042" sldId="261"/>
            <ac:spMk id="9" creationId="{E91DC736-0EF8-4F87-9146-EBF1D2EE4D3D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52" v="82"/>
          <ac:spMkLst>
            <pc:docMk/>
            <pc:sldMk cId="2488893042" sldId="261"/>
            <ac:spMk id="11" creationId="{097CD68E-23E3-4007-8847-CD0944C4F7BE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52" v="82"/>
          <ac:spMkLst>
            <pc:docMk/>
            <pc:sldMk cId="2488893042" sldId="261"/>
            <ac:spMk id="13" creationId="{AF2F604E-43BE-4DC3-B983-E071523364F8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52" v="82"/>
          <ac:spMkLst>
            <pc:docMk/>
            <pc:sldMk cId="2488893042" sldId="261"/>
            <ac:spMk id="15" creationId="{08C9B587-E65E-4B52-B37C-ABEBB6E87928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21.327" v="79"/>
          <ac:spMkLst>
            <pc:docMk/>
            <pc:sldMk cId="2488893042" sldId="261"/>
            <ac:spMk id="20" creationId="{F13C74B1-5B17-4795-BED0-7140497B445A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21.327" v="79"/>
          <ac:spMkLst>
            <pc:docMk/>
            <pc:sldMk cId="2488893042" sldId="261"/>
            <ac:spMk id="22" creationId="{D4974D33-8DC5-464E-8C6D-BE58F0669C17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37" v="81"/>
          <ac:spMkLst>
            <pc:docMk/>
            <pc:sldMk cId="2488893042" sldId="261"/>
            <ac:spMk id="24" creationId="{F227E5B6-9132-43CA-B503-37A18562ADF2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37" v="81"/>
          <ac:spMkLst>
            <pc:docMk/>
            <pc:sldMk cId="2488893042" sldId="261"/>
            <ac:spMk id="25" creationId="{362D44EE-C852-4460-B8B5-C4F2BC20510C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37" v="81"/>
          <ac:spMkLst>
            <pc:docMk/>
            <pc:sldMk cId="2488893042" sldId="261"/>
            <ac:spMk id="26" creationId="{03C2051E-A88D-48E5-BACF-AAED17892722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37" v="81"/>
          <ac:spMkLst>
            <pc:docMk/>
            <pc:sldMk cId="2488893042" sldId="261"/>
            <ac:spMk id="27" creationId="{658970D8-8D1D-4B5C-894B-E871CC86543D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37" v="81"/>
          <ac:spMkLst>
            <pc:docMk/>
            <pc:sldMk cId="2488893042" sldId="261"/>
            <ac:spMk id="28" creationId="{7821A508-2985-4905-874A-527429BAABFA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37" v="81"/>
          <ac:spMkLst>
            <pc:docMk/>
            <pc:sldMk cId="2488893042" sldId="261"/>
            <ac:spMk id="30" creationId="{D2929CB1-0E3C-4B2D-ADC5-0154FB33BA44}"/>
          </ac:spMkLst>
        </pc:spChg>
        <pc:spChg chg="add del">
          <ac:chgData name="Mauricio Alex Vasquez Duque" userId="S::mauricio.vasquez@udd.cl::d6913e40-e3af-4c40-9aad-84146ae045bb" providerId="AD" clId="Web-{B39EA088-8647-4C0B-2691-905B2121B02F}" dt="2024-01-31T21:51:33.437" v="81"/>
          <ac:spMkLst>
            <pc:docMk/>
            <pc:sldMk cId="2488893042" sldId="261"/>
            <ac:spMk id="32" creationId="{5F2F0C84-BE8C-4DC2-A6D3-30349A801D5C}"/>
          </ac:spMkLst>
        </pc:spChg>
        <pc:spChg chg="add">
          <ac:chgData name="Mauricio Alex Vasquez Duque" userId="S::mauricio.vasquez@udd.cl::d6913e40-e3af-4c40-9aad-84146ae045bb" providerId="AD" clId="Web-{B39EA088-8647-4C0B-2691-905B2121B02F}" dt="2024-01-31T21:51:33.452" v="82"/>
          <ac:spMkLst>
            <pc:docMk/>
            <pc:sldMk cId="2488893042" sldId="261"/>
            <ac:spMk id="34" creationId="{F13C74B1-5B17-4795-BED0-7140497B445A}"/>
          </ac:spMkLst>
        </pc:spChg>
        <pc:spChg chg="add">
          <ac:chgData name="Mauricio Alex Vasquez Duque" userId="S::mauricio.vasquez@udd.cl::d6913e40-e3af-4c40-9aad-84146ae045bb" providerId="AD" clId="Web-{B39EA088-8647-4C0B-2691-905B2121B02F}" dt="2024-01-31T21:51:33.452" v="82"/>
          <ac:spMkLst>
            <pc:docMk/>
            <pc:sldMk cId="2488893042" sldId="261"/>
            <ac:spMk id="35" creationId="{D4974D33-8DC5-464E-8C6D-BE58F0669C17}"/>
          </ac:spMkLst>
        </pc:spChg>
        <pc:picChg chg="del">
          <ac:chgData name="Mauricio Alex Vasquez Duque" userId="S::mauricio.vasquez@udd.cl::d6913e40-e3af-4c40-9aad-84146ae045bb" providerId="AD" clId="Web-{B39EA088-8647-4C0B-2691-905B2121B02F}" dt="2024-01-31T21:51:02.654" v="76"/>
          <ac:picMkLst>
            <pc:docMk/>
            <pc:sldMk cId="2488893042" sldId="261"/>
            <ac:picMk id="4" creationId="{FA06D645-F601-A517-29F2-542F3A887E85}"/>
          </ac:picMkLst>
        </pc:picChg>
        <pc:picChg chg="add mod">
          <ac:chgData name="Mauricio Alex Vasquez Duque" userId="S::mauricio.vasquez@udd.cl::d6913e40-e3af-4c40-9aad-84146ae045bb" providerId="AD" clId="Web-{B39EA088-8647-4C0B-2691-905B2121B02F}" dt="2024-01-31T21:51:33.452" v="82"/>
          <ac:picMkLst>
            <pc:docMk/>
            <pc:sldMk cId="2488893042" sldId="261"/>
            <ac:picMk id="5" creationId="{CA183575-D1B0-A851-D754-198CFAC195F1}"/>
          </ac:picMkLst>
        </pc:picChg>
      </pc:sldChg>
      <pc:sldChg chg="modSp">
        <pc:chgData name="Mauricio Alex Vasquez Duque" userId="S::mauricio.vasquez@udd.cl::d6913e40-e3af-4c40-9aad-84146ae045bb" providerId="AD" clId="Web-{B39EA088-8647-4C0B-2691-905B2121B02F}" dt="2024-01-31T22:20:08.284" v="881"/>
        <pc:sldMkLst>
          <pc:docMk/>
          <pc:sldMk cId="3137899002" sldId="263"/>
        </pc:sldMkLst>
        <pc:graphicFrameChg chg="mod modGraphic">
          <ac:chgData name="Mauricio Alex Vasquez Duque" userId="S::mauricio.vasquez@udd.cl::d6913e40-e3af-4c40-9aad-84146ae045bb" providerId="AD" clId="Web-{B39EA088-8647-4C0B-2691-905B2121B02F}" dt="2024-01-31T22:20:08.284" v="881"/>
          <ac:graphicFrameMkLst>
            <pc:docMk/>
            <pc:sldMk cId="3137899002" sldId="263"/>
            <ac:graphicFrameMk id="4" creationId="{7579A5B5-3F13-B744-0691-6F626B319907}"/>
          </ac:graphicFrameMkLst>
        </pc:graphicFrameChg>
      </pc:sldChg>
      <pc:sldChg chg="modSp">
        <pc:chgData name="Mauricio Alex Vasquez Duque" userId="S::mauricio.vasquez@udd.cl::d6913e40-e3af-4c40-9aad-84146ae045bb" providerId="AD" clId="Web-{B39EA088-8647-4C0B-2691-905B2121B02F}" dt="2024-01-31T22:23:05.227" v="992" actId="20577"/>
        <pc:sldMkLst>
          <pc:docMk/>
          <pc:sldMk cId="3861371884" sldId="264"/>
        </pc:sldMkLst>
        <pc:spChg chg="mod">
          <ac:chgData name="Mauricio Alex Vasquez Duque" userId="S::mauricio.vasquez@udd.cl::d6913e40-e3af-4c40-9aad-84146ae045bb" providerId="AD" clId="Web-{B39EA088-8647-4C0B-2691-905B2121B02F}" dt="2024-01-31T22:23:05.227" v="992" actId="20577"/>
          <ac:spMkLst>
            <pc:docMk/>
            <pc:sldMk cId="3861371884" sldId="264"/>
            <ac:spMk id="3" creationId="{95BCDC40-8788-42C2-8F0E-B7C5D72A17E2}"/>
          </ac:spMkLst>
        </pc:spChg>
      </pc:sldChg>
      <pc:sldChg chg="modSp">
        <pc:chgData name="Mauricio Alex Vasquez Duque" userId="S::mauricio.vasquez@udd.cl::d6913e40-e3af-4c40-9aad-84146ae045bb" providerId="AD" clId="Web-{B39EA088-8647-4C0B-2691-905B2121B02F}" dt="2024-01-31T22:28:59.753" v="1098" actId="20577"/>
        <pc:sldMkLst>
          <pc:docMk/>
          <pc:sldMk cId="2064167898" sldId="265"/>
        </pc:sldMkLst>
        <pc:spChg chg="mod">
          <ac:chgData name="Mauricio Alex Vasquez Duque" userId="S::mauricio.vasquez@udd.cl::d6913e40-e3af-4c40-9aad-84146ae045bb" providerId="AD" clId="Web-{B39EA088-8647-4C0B-2691-905B2121B02F}" dt="2024-01-31T22:24:11.948" v="1032" actId="20577"/>
          <ac:spMkLst>
            <pc:docMk/>
            <pc:sldMk cId="2064167898" sldId="265"/>
            <ac:spMk id="2" creationId="{E6B3285F-2DAF-64DD-3830-3678E62D35B8}"/>
          </ac:spMkLst>
        </pc:spChg>
        <pc:spChg chg="mod">
          <ac:chgData name="Mauricio Alex Vasquez Duque" userId="S::mauricio.vasquez@udd.cl::d6913e40-e3af-4c40-9aad-84146ae045bb" providerId="AD" clId="Web-{B39EA088-8647-4C0B-2691-905B2121B02F}" dt="2024-01-31T22:28:59.753" v="1098" actId="20577"/>
          <ac:spMkLst>
            <pc:docMk/>
            <pc:sldMk cId="2064167898" sldId="265"/>
            <ac:spMk id="3" creationId="{4676025A-ADC9-D708-90F1-16BE8C6F1287}"/>
          </ac:spMkLst>
        </pc:spChg>
      </pc:sldChg>
    </pc:docChg>
  </pc:docChgLst>
  <pc:docChgLst>
    <pc:chgData name="Mauricio Alex Vasquez Duque" userId="S::mauricio.vasquez@udd.cl::d6913e40-e3af-4c40-9aad-84146ae045bb" providerId="AD" clId="Web-{C8E19B38-2EEA-4879-52E5-316114B1B04E}"/>
    <pc:docChg chg="modSld">
      <pc:chgData name="Mauricio Alex Vasquez Duque" userId="S::mauricio.vasquez@udd.cl::d6913e40-e3af-4c40-9aad-84146ae045bb" providerId="AD" clId="Web-{C8E19B38-2EEA-4879-52E5-316114B1B04E}" dt="2024-03-04T18:28:15.268" v="144" actId="20577"/>
      <pc:docMkLst>
        <pc:docMk/>
      </pc:docMkLst>
      <pc:sldChg chg="modSp">
        <pc:chgData name="Mauricio Alex Vasquez Duque" userId="S::mauricio.vasquez@udd.cl::d6913e40-e3af-4c40-9aad-84146ae045bb" providerId="AD" clId="Web-{C8E19B38-2EEA-4879-52E5-316114B1B04E}" dt="2024-03-04T18:28:10.814" v="142" actId="20577"/>
        <pc:sldMkLst>
          <pc:docMk/>
          <pc:sldMk cId="911714953" sldId="257"/>
        </pc:sldMkLst>
        <pc:spChg chg="mod">
          <ac:chgData name="Mauricio Alex Vasquez Duque" userId="S::mauricio.vasquez@udd.cl::d6913e40-e3af-4c40-9aad-84146ae045bb" providerId="AD" clId="Web-{C8E19B38-2EEA-4879-52E5-316114B1B04E}" dt="2024-03-04T18:28:10.814" v="142" actId="20577"/>
          <ac:spMkLst>
            <pc:docMk/>
            <pc:sldMk cId="911714953" sldId="257"/>
            <ac:spMk id="3" creationId="{65592B4F-4A5B-E6D0-ADDE-BA7E09960619}"/>
          </ac:spMkLst>
        </pc:spChg>
      </pc:sldChg>
      <pc:sldChg chg="modSp">
        <pc:chgData name="Mauricio Alex Vasquez Duque" userId="S::mauricio.vasquez@udd.cl::d6913e40-e3af-4c40-9aad-84146ae045bb" providerId="AD" clId="Web-{C8E19B38-2EEA-4879-52E5-316114B1B04E}" dt="2024-03-04T18:28:15.268" v="144" actId="20577"/>
        <pc:sldMkLst>
          <pc:docMk/>
          <pc:sldMk cId="1742766340" sldId="258"/>
        </pc:sldMkLst>
        <pc:spChg chg="mod">
          <ac:chgData name="Mauricio Alex Vasquez Duque" userId="S::mauricio.vasquez@udd.cl::d6913e40-e3af-4c40-9aad-84146ae045bb" providerId="AD" clId="Web-{C8E19B38-2EEA-4879-52E5-316114B1B04E}" dt="2024-03-04T18:28:15.268" v="144" actId="20577"/>
          <ac:spMkLst>
            <pc:docMk/>
            <pc:sldMk cId="1742766340" sldId="258"/>
            <ac:spMk id="2" creationId="{FC781E41-74BC-FEA2-ED64-92B58E59BB3E}"/>
          </ac:spMkLst>
        </pc:spChg>
        <pc:spChg chg="mod">
          <ac:chgData name="Mauricio Alex Vasquez Duque" userId="S::mauricio.vasquez@udd.cl::d6913e40-e3af-4c40-9aad-84146ae045bb" providerId="AD" clId="Web-{C8E19B38-2EEA-4879-52E5-316114B1B04E}" dt="2024-03-04T17:24:50.357" v="132" actId="20577"/>
          <ac:spMkLst>
            <pc:docMk/>
            <pc:sldMk cId="1742766340" sldId="258"/>
            <ac:spMk id="3" creationId="{35FEE923-C7BB-FDF9-1169-CF4E89CE8DE5}"/>
          </ac:spMkLst>
        </pc:spChg>
      </pc:sldChg>
      <pc:sldChg chg="modSp">
        <pc:chgData name="Mauricio Alex Vasquez Duque" userId="S::mauricio.vasquez@udd.cl::d6913e40-e3af-4c40-9aad-84146ae045bb" providerId="AD" clId="Web-{C8E19B38-2EEA-4879-52E5-316114B1B04E}" dt="2024-03-04T17:10:16.498" v="126" actId="20577"/>
        <pc:sldMkLst>
          <pc:docMk/>
          <pc:sldMk cId="3386864802" sldId="262"/>
        </pc:sldMkLst>
        <pc:spChg chg="mod">
          <ac:chgData name="Mauricio Alex Vasquez Duque" userId="S::mauricio.vasquez@udd.cl::d6913e40-e3af-4c40-9aad-84146ae045bb" providerId="AD" clId="Web-{C8E19B38-2EEA-4879-52E5-316114B1B04E}" dt="2024-03-04T17:10:16.498" v="126" actId="20577"/>
          <ac:spMkLst>
            <pc:docMk/>
            <pc:sldMk cId="3386864802" sldId="262"/>
            <ac:spMk id="3" creationId="{A8065D73-AA93-91C5-FE79-EEB9C3EC1FE0}"/>
          </ac:spMkLst>
        </pc:spChg>
      </pc:sldChg>
    </pc:docChg>
  </pc:docChgLst>
  <pc:docChgLst>
    <pc:chgData name="Mauricio Alex Vasquez Duque" userId="S::mauricio.vasquez@udd.cl::d6913e40-e3af-4c40-9aad-84146ae045bb" providerId="AD" clId="Web-{5CBE18A0-B004-4939-A86E-E11FD68634FE}"/>
    <pc:docChg chg="modSld">
      <pc:chgData name="Mauricio Alex Vasquez Duque" userId="S::mauricio.vasquez@udd.cl::d6913e40-e3af-4c40-9aad-84146ae045bb" providerId="AD" clId="Web-{5CBE18A0-B004-4939-A86E-E11FD68634FE}" dt="2024-01-17T17:58:27.050" v="0" actId="20577"/>
      <pc:docMkLst>
        <pc:docMk/>
      </pc:docMkLst>
      <pc:sldChg chg="modSp">
        <pc:chgData name="Mauricio Alex Vasquez Duque" userId="S::mauricio.vasquez@udd.cl::d6913e40-e3af-4c40-9aad-84146ae045bb" providerId="AD" clId="Web-{5CBE18A0-B004-4939-A86E-E11FD68634FE}" dt="2024-01-17T17:58:27.050" v="0" actId="20577"/>
        <pc:sldMkLst>
          <pc:docMk/>
          <pc:sldMk cId="1742766340" sldId="258"/>
        </pc:sldMkLst>
        <pc:spChg chg="mod">
          <ac:chgData name="Mauricio Alex Vasquez Duque" userId="S::mauricio.vasquez@udd.cl::d6913e40-e3af-4c40-9aad-84146ae045bb" providerId="AD" clId="Web-{5CBE18A0-B004-4939-A86E-E11FD68634FE}" dt="2024-01-17T17:58:27.050" v="0" actId="20577"/>
          <ac:spMkLst>
            <pc:docMk/>
            <pc:sldMk cId="1742766340" sldId="258"/>
            <ac:spMk id="3" creationId="{35FEE923-C7BB-FDF9-1169-CF4E89CE8DE5}"/>
          </ac:spMkLst>
        </pc:spChg>
      </pc:sldChg>
    </pc:docChg>
  </pc:docChgLst>
  <pc:docChgLst>
    <pc:chgData name="Mauricio Alex Vasquez Duque" userId="S::mauricio.vasquez@udd.cl::d6913e40-e3af-4c40-9aad-84146ae045bb" providerId="AD" clId="Web-{2FE9E7E8-0D42-318E-23D2-9837B3F86925}"/>
    <pc:docChg chg="addSld delSld">
      <pc:chgData name="Mauricio Alex Vasquez Duque" userId="S::mauricio.vasquez@udd.cl::d6913e40-e3af-4c40-9aad-84146ae045bb" providerId="AD" clId="Web-{2FE9E7E8-0D42-318E-23D2-9837B3F86925}" dt="2024-03-05T18:12:45.801" v="1"/>
      <pc:docMkLst>
        <pc:docMk/>
      </pc:docMkLst>
      <pc:sldChg chg="new del">
        <pc:chgData name="Mauricio Alex Vasquez Duque" userId="S::mauricio.vasquez@udd.cl::d6913e40-e3af-4c40-9aad-84146ae045bb" providerId="AD" clId="Web-{2FE9E7E8-0D42-318E-23D2-9837B3F86925}" dt="2024-03-05T18:12:45.801" v="1"/>
        <pc:sldMkLst>
          <pc:docMk/>
          <pc:sldMk cId="3558449557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03/03/2025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C0CDF87-1BAB-BB67-ED9A-27A1B570C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53856"/>
          </a:xfrm>
        </p:spPr>
        <p:txBody>
          <a:bodyPr>
            <a:normAutofit/>
          </a:bodyPr>
          <a:lstStyle/>
          <a:p>
            <a:r>
              <a:rPr lang="es-ES" sz="3600" b="1" dirty="0">
                <a:latin typeface="Candara"/>
                <a:cs typeface="Candara"/>
              </a:rPr>
              <a:t>DESAFÍOS DE LA INTELIGENCIA ARTIFICIAL</a:t>
            </a:r>
            <a:endParaRPr lang="es-ES_tradnl" sz="3600" b="1" dirty="0">
              <a:latin typeface="Candara"/>
              <a:cs typeface="Candara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E751EE-16EE-18E1-6CB1-144C4CBFA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87" y="1427162"/>
            <a:ext cx="40862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4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0BE32-6854-2860-99AA-01F7E84E4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cs typeface="Calibri Light"/>
              </a:rPr>
              <a:t>Contenido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592B4F-4A5B-E6D0-ADDE-BA7E09960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cs typeface="Calibri"/>
              </a:rPr>
              <a:t>Presentaciones.</a:t>
            </a:r>
          </a:p>
          <a:p>
            <a:r>
              <a:rPr lang="es-ES" dirty="0">
                <a:cs typeface="Calibri"/>
              </a:rPr>
              <a:t>Fechas clave.</a:t>
            </a:r>
          </a:p>
          <a:p>
            <a:r>
              <a:rPr lang="es-ES" dirty="0">
                <a:cs typeface="Calibri"/>
              </a:rPr>
              <a:t>Reglas de curso.</a:t>
            </a:r>
          </a:p>
          <a:p>
            <a:r>
              <a:rPr lang="es-ES" dirty="0">
                <a:cs typeface="Calibri"/>
              </a:rPr>
              <a:t>Contenidos.</a:t>
            </a:r>
          </a:p>
          <a:p>
            <a:r>
              <a:rPr lang="es-ES" dirty="0">
                <a:cs typeface="Calibri"/>
              </a:rPr>
              <a:t>Actividades sugeridas optativas.</a:t>
            </a:r>
            <a:endParaRPr lang="es-ES" dirty="0">
              <a:ea typeface="Calibri"/>
              <a:cs typeface="Calibri"/>
            </a:endParaRPr>
          </a:p>
          <a:p>
            <a:endParaRPr lang="es-E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171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81E41-74BC-FEA2-ED64-92B58E59B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cs typeface="Calibri Light"/>
              </a:rPr>
              <a:t>Presentaciones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FEE923-C7BB-FDF9-1169-CF4E89CE8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cs typeface="Calibri"/>
              </a:rPr>
              <a:t>Ignacio Villarroel. </a:t>
            </a:r>
          </a:p>
          <a:p>
            <a:r>
              <a:rPr lang="es-ES" dirty="0">
                <a:cs typeface="Calibri"/>
              </a:rPr>
              <a:t>Algunas cosas relevantes de mi: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ES" dirty="0">
                <a:cs typeface="Calibri"/>
              </a:rPr>
              <a:t>Informático.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ES" dirty="0">
                <a:cs typeface="Calibri"/>
              </a:rPr>
              <a:t>Docente 10 años en otras instituciones.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ES" dirty="0">
                <a:cs typeface="Calibri"/>
              </a:rPr>
              <a:t>Investigador (otras áreas).</a:t>
            </a:r>
            <a:endParaRPr lang="es-ES" b="1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s-ES" b="1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s-ES" b="1" dirty="0">
                <a:cs typeface="Calibri"/>
              </a:rPr>
              <a:t>Programe en papel :c </a:t>
            </a:r>
            <a:r>
              <a:rPr lang="es-ES" dirty="0">
                <a:cs typeface="Calibri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s-E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s-ES" dirty="0">
              <a:cs typeface="Calibri"/>
            </a:endParaRPr>
          </a:p>
          <a:p>
            <a:endParaRPr lang="es-E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112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C9B25-0AE7-2965-4516-3E5230CE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cs typeface="Calibri Light"/>
              </a:rPr>
              <a:t>Presentaciones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731729-7F7F-15FF-5822-B19DE901C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400" dirty="0">
                <a:cs typeface="Calibri"/>
              </a:rPr>
              <a:t>¿Qué es o de que trata desafíos de la inteligencia artificial?</a:t>
            </a:r>
          </a:p>
          <a:p>
            <a:pPr marL="800100" lvl="1" indent="-342900">
              <a:lnSpc>
                <a:spcPct val="116000"/>
              </a:lnSpc>
              <a:buFont typeface="+mj-lt"/>
              <a:buAutoNum type="arabicPeriod"/>
            </a:pPr>
            <a:r>
              <a:rPr lang="es-E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Representación de una solución mediante algoritmos</a:t>
            </a:r>
            <a:endParaRPr lang="es-CL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6000"/>
              </a:lnSpc>
              <a:buFont typeface="+mj-lt"/>
              <a:buAutoNum type="arabicPeriod"/>
            </a:pPr>
            <a:r>
              <a:rPr lang="es-E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Codificación de algoritmos en </a:t>
            </a:r>
            <a:r>
              <a:rPr lang="es-CL" b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Petoi</a:t>
            </a:r>
            <a:r>
              <a:rPr lang="es-CL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CL" b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Coding</a:t>
            </a:r>
            <a:r>
              <a:rPr lang="es-CL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Blocks, Python</a:t>
            </a:r>
            <a:endParaRPr lang="es-CL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16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ES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Implementación utilizando Robot DOG</a:t>
            </a:r>
          </a:p>
          <a:p>
            <a:pPr marL="0" indent="0">
              <a:lnSpc>
                <a:spcPct val="116000"/>
              </a:lnSpc>
              <a:spcAft>
                <a:spcPts val="800"/>
              </a:spcAft>
              <a:buNone/>
            </a:pPr>
            <a:r>
              <a:rPr lang="es-ES" dirty="0">
                <a:ea typeface="Aptos" panose="020B0004020202020204" pitchFamily="34" charset="0"/>
                <a:cs typeface="Times New Roman" panose="02020603050405020304" pitchFamily="18" charset="0"/>
              </a:rPr>
              <a:t>Distribución de clases</a:t>
            </a:r>
          </a:p>
          <a:p>
            <a:pPr marL="342900" lvl="0" indent="-342900">
              <a:lnSpc>
                <a:spcPct val="116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ES" sz="2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Primera clase de la semana dedicada a programación</a:t>
            </a:r>
            <a:endParaRPr lang="es-CL" sz="2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2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Segunda clase de la semana dedicada a temas de investigación</a:t>
            </a:r>
            <a:endParaRPr lang="es-CL" sz="2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56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BD0CE-C351-3B56-F14F-6B2AEB3F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cs typeface="Calibri Light"/>
              </a:rPr>
              <a:t>Presentaciones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C50D9E-383A-038C-AE2B-0A1AF677E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cs typeface="Calibri"/>
              </a:rPr>
              <a:t>Ahora les toca presentarse...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ES" dirty="0">
                <a:cs typeface="Calibri"/>
              </a:rPr>
              <a:t>Nombre, de donde vienen, ¿que entienden por informática?</a:t>
            </a:r>
            <a:endParaRPr lang="es-E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0867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8F1739-388C-BEB6-1790-E1834AA8F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Reglas del curso</a:t>
            </a:r>
          </a:p>
        </p:txBody>
      </p:sp>
      <p:sp>
        <p:nvSpPr>
          <p:cNvPr id="3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Ritter - “Tortura a los datos, y confesaran cualquier cosa” - Ronald Coase,  Economista, Ganador del Premio Nobel 1991 | Facebook">
            <a:extLst>
              <a:ext uri="{FF2B5EF4-FFF2-40B4-BE49-F238E27FC236}">
                <a16:creationId xmlns:a16="http://schemas.microsoft.com/office/drawing/2014/main" id="{CA183575-D1B0-A851-D754-198CFAC195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2" r="-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8893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5BCA0-6DD3-0E57-8704-B60B717B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cs typeface="Calibri Light"/>
              </a:rPr>
              <a:t>Fechas Clave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065D73-AA93-91C5-FE79-EEB9C3EC1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cs typeface="Calibri"/>
              </a:rPr>
              <a:t>Evaluación N°1: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ES" b="1" dirty="0">
                <a:ea typeface="+mn-lt"/>
                <a:cs typeface="+mn-lt"/>
              </a:rPr>
              <a:t>10/04/2025</a:t>
            </a:r>
          </a:p>
          <a:p>
            <a:r>
              <a:rPr lang="es-ES" dirty="0">
                <a:cs typeface="Calibri"/>
              </a:rPr>
              <a:t>Evaluación N°2: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ES" dirty="0">
                <a:ea typeface="+mn-lt"/>
                <a:cs typeface="+mn-lt"/>
              </a:rPr>
              <a:t>29/05/2025</a:t>
            </a:r>
          </a:p>
          <a:p>
            <a:r>
              <a:rPr lang="es-ES" dirty="0">
                <a:cs typeface="Calibri"/>
              </a:rPr>
              <a:t>Controles o Presentaciones: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s-ES" dirty="0">
                <a:ea typeface="+mn-lt"/>
                <a:cs typeface="+mn-lt"/>
              </a:rPr>
              <a:t>Semanales</a:t>
            </a:r>
            <a:endParaRPr lang="es-E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1048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D3F44-DAAB-CBC5-4FE3-AC1A7357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cs typeface="Calibri Light"/>
              </a:rPr>
              <a:t>Contenidos</a:t>
            </a: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579A5B5-3F13-B744-0691-6F626B3199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913585"/>
              </p:ext>
            </p:extLst>
          </p:nvPr>
        </p:nvGraphicFramePr>
        <p:xfrm>
          <a:off x="838200" y="1621186"/>
          <a:ext cx="10515600" cy="348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907146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8023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Contenido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85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Calibri"/>
                        </a:rPr>
                        <a:t>I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Representación de una solución mediante algoritmos (PSeInt)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Abstracción de problemas</a:t>
                      </a:r>
                      <a:endParaRPr lang="es-CL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 algn="l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Estructuras de control</a:t>
                      </a:r>
                      <a:endParaRPr lang="es-CL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 algn="l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Estructuras de iteración</a:t>
                      </a:r>
                      <a:endParaRPr lang="es-CL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 algn="l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Procedimientos y funciones</a:t>
                      </a:r>
                      <a:endParaRPr lang="es-CL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571315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s-ES" dirty="0"/>
                        <a:t>II 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Codificación de algoritmos en </a:t>
                      </a:r>
                      <a:r>
                        <a:rPr lang="es-E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Peoti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Codding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Blocks, Python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Sintaxis</a:t>
                      </a:r>
                      <a:endParaRPr lang="es-CL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 algn="l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Estructuras de control</a:t>
                      </a:r>
                      <a:endParaRPr lang="es-CL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 algn="l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Estructuras de iteración</a:t>
                      </a:r>
                      <a:endParaRPr lang="es-CL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 algn="l"/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Procedimientos y funciones</a:t>
                      </a:r>
                      <a:endParaRPr lang="es-CL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670894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s-ES" dirty="0"/>
                        <a:t>III </a:t>
                      </a:r>
                      <a:r>
                        <a:rPr lang="es-E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Implementación utilizando Robot DOG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dirty="0"/>
                        <a:t>         Proyecto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79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899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21A692-7167-B719-02E1-1B0F72A7D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s-ES" dirty="0">
                <a:cs typeface="Calibri Light"/>
              </a:rPr>
              <a:t>Método de trabajo y evaluaciones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BCDC40-8788-42C2-8F0E-B7C5D72A1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9949070" cy="38436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lvl="0" indent="-342900">
              <a:lnSpc>
                <a:spcPct val="116000"/>
              </a:lnSpc>
              <a:buFont typeface="Wingdings" panose="05000000000000000000" pitchFamily="2" charset="2"/>
              <a:buChar char=""/>
            </a:pP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Los alumnos realizaran un trabajo de investigación cada 2 semanas</a:t>
            </a:r>
            <a:endParaRPr lang="es-C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6000"/>
              </a:lnSpc>
              <a:buFont typeface="Wingdings" panose="05000000000000000000" pitchFamily="2" charset="2"/>
              <a:buChar char=""/>
            </a:pP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Entregarán un mini reporte de la investigación y prepararán una presentación corta.</a:t>
            </a:r>
            <a:endParaRPr lang="es-C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6000"/>
              </a:lnSpc>
              <a:spcAft>
                <a:spcPts val="800"/>
              </a:spcAft>
              <a:buFont typeface="Wingdings" panose="05000000000000000000" pitchFamily="2" charset="2"/>
              <a:buChar char=""/>
            </a:pPr>
            <a:r>
              <a:rPr lang="es-E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Las presentaciones se realizarán en la segunda clase de la semana.</a:t>
            </a:r>
            <a:r>
              <a:rPr lang="es-ES" sz="1300" dirty="0">
                <a:ea typeface="Calibri"/>
                <a:cs typeface="Calibri"/>
              </a:rPr>
              <a:t>.</a:t>
            </a:r>
          </a:p>
          <a:p>
            <a:endParaRPr lang="es-ES" sz="13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13718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237</Words>
  <Application>Microsoft Office PowerPoint</Application>
  <PresentationFormat>Panorámica</PresentationFormat>
  <Paragraphs>54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Candara</vt:lpstr>
      <vt:lpstr>Courier New</vt:lpstr>
      <vt:lpstr>Wingdings</vt:lpstr>
      <vt:lpstr>Tema de Office</vt:lpstr>
      <vt:lpstr>Presentación de PowerPoint</vt:lpstr>
      <vt:lpstr>Contenido</vt:lpstr>
      <vt:lpstr>Presentaciones</vt:lpstr>
      <vt:lpstr>Presentaciones</vt:lpstr>
      <vt:lpstr>Presentaciones</vt:lpstr>
      <vt:lpstr>Reglas del curso</vt:lpstr>
      <vt:lpstr>Fechas Clave</vt:lpstr>
      <vt:lpstr>Contenidos</vt:lpstr>
      <vt:lpstr>Método de trabajo y evaluaciones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Office</cp:lastModifiedBy>
  <cp:revision>400</cp:revision>
  <dcterms:created xsi:type="dcterms:W3CDTF">2024-01-16T18:15:42Z</dcterms:created>
  <dcterms:modified xsi:type="dcterms:W3CDTF">2025-03-03T03:38:50Z</dcterms:modified>
</cp:coreProperties>
</file>