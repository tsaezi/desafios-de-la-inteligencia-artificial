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9" r:id="rId3"/>
    <p:sldId id="317" r:id="rId4"/>
    <p:sldId id="340" r:id="rId5"/>
    <p:sldId id="341" r:id="rId6"/>
    <p:sldId id="346" r:id="rId7"/>
    <p:sldId id="342" r:id="rId8"/>
    <p:sldId id="343" r:id="rId9"/>
    <p:sldId id="344" r:id="rId10"/>
    <p:sldId id="345" r:id="rId11"/>
    <p:sldId id="347" r:id="rId12"/>
    <p:sldId id="348" r:id="rId1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73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etoi.com/block-based-programming/petoi-coding-blocks" TargetMode="External"/><Relationship Id="rId1" Type="http://schemas.openxmlformats.org/officeDocument/2006/relationships/hyperlink" Target="https://mindplus.cc/download-en.html" TargetMode="External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hyperlink" Target="https://www.youtube.com/playlist?list=PLHMFXft_rV6POrzm8O12Nybdy1-FS1ymg" TargetMode="External"/><Relationship Id="rId1" Type="http://schemas.openxmlformats.org/officeDocument/2006/relationships/hyperlink" Target="https://www.petoi.com/pages/free-quadruped-robotics-curriculum-scratch-coding" TargetMode="Externa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hyperlink" Target="https://www.petoi.camp/forum/education-curriculum/petoi-coding-blocks-robotics-curriculum-video-tutorials?utm_source=chatgpt.com" TargetMode="External"/><Relationship Id="rId7" Type="http://schemas.openxmlformats.org/officeDocument/2006/relationships/image" Target="../media/image26.svg"/><Relationship Id="rId2" Type="http://schemas.openxmlformats.org/officeDocument/2006/relationships/hyperlink" Target="https://github.com/PetoiCamp/OpenCat" TargetMode="External"/><Relationship Id="rId1" Type="http://schemas.openxmlformats.org/officeDocument/2006/relationships/hyperlink" Target="https://www.petoi.camp/forum" TargetMode="Externa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etoi.com/block-based-programming/petoi-coding-blocks" TargetMode="External"/><Relationship Id="rId1" Type="http://schemas.openxmlformats.org/officeDocument/2006/relationships/hyperlink" Target="https://mindplus.cc/download-en.html" TargetMode="External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19.png"/><Relationship Id="rId5" Type="http://schemas.openxmlformats.org/officeDocument/2006/relationships/hyperlink" Target="https://www.petoi.com/pages/free-quadruped-robotics-curriculum-scratch-coding" TargetMode="External"/><Relationship Id="rId10" Type="http://schemas.openxmlformats.org/officeDocument/2006/relationships/hyperlink" Target="https://www.youtube.com/playlist?list=PLHMFXft_rV6POrzm8O12Nybdy1-FS1ymg" TargetMode="External"/><Relationship Id="rId4" Type="http://schemas.openxmlformats.org/officeDocument/2006/relationships/image" Target="../media/image18.svg"/><Relationship Id="rId9" Type="http://schemas.openxmlformats.org/officeDocument/2006/relationships/image" Target="../media/image22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7.png"/><Relationship Id="rId11" Type="http://schemas.openxmlformats.org/officeDocument/2006/relationships/hyperlink" Target="https://www.petoi.camp/forum/education-curriculum/petoi-coding-blocks-robotics-curriculum-video-tutorials?utm_source=chatgpt.com" TargetMode="External"/><Relationship Id="rId5" Type="http://schemas.openxmlformats.org/officeDocument/2006/relationships/hyperlink" Target="https://www.petoi.camp/forum" TargetMode="External"/><Relationship Id="rId10" Type="http://schemas.openxmlformats.org/officeDocument/2006/relationships/hyperlink" Target="https://github.com/PetoiCamp/OpenCat" TargetMode="External"/><Relationship Id="rId4" Type="http://schemas.openxmlformats.org/officeDocument/2006/relationships/image" Target="../media/image26.svg"/><Relationship Id="rId9" Type="http://schemas.openxmlformats.org/officeDocument/2006/relationships/image" Target="../media/image30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6CCF30-748E-4616-A147-52EEF0EA298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F15E5CF-9BDE-4017-8199-9CECA0E6E673}">
      <dgm:prSet/>
      <dgm:spPr/>
      <dgm:t>
        <a:bodyPr/>
        <a:lstStyle/>
        <a:p>
          <a:r>
            <a:rPr lang="es-CL" b="1" i="0" baseline="0"/>
            <a:t>Petoi Coding Blocks</a:t>
          </a:r>
          <a:r>
            <a:rPr lang="es-CL" b="0" i="0" baseline="0"/>
            <a:t> es una plataforma de programación visual basada en bloques, similar a Scratch, diseñada para programar robots cuadrúpedos como Bittle y Bittle X.</a:t>
          </a:r>
          <a:endParaRPr lang="en-US"/>
        </a:p>
      </dgm:t>
    </dgm:pt>
    <dgm:pt modelId="{0BBE2880-FBDC-4013-823A-E765589068F9}" type="parTrans" cxnId="{9C5743E4-65D3-41DA-8BD3-78E563105346}">
      <dgm:prSet/>
      <dgm:spPr/>
      <dgm:t>
        <a:bodyPr/>
        <a:lstStyle/>
        <a:p>
          <a:endParaRPr lang="en-US"/>
        </a:p>
      </dgm:t>
    </dgm:pt>
    <dgm:pt modelId="{AD7EA9C9-3A68-41F8-B569-BCEF7BBC19AB}" type="sibTrans" cxnId="{9C5743E4-65D3-41DA-8BD3-78E563105346}">
      <dgm:prSet/>
      <dgm:spPr/>
      <dgm:t>
        <a:bodyPr/>
        <a:lstStyle/>
        <a:p>
          <a:endParaRPr lang="en-US"/>
        </a:p>
      </dgm:t>
    </dgm:pt>
    <dgm:pt modelId="{01FF269D-2DD2-4E4D-A531-6E1D3BB30F0B}">
      <dgm:prSet/>
      <dgm:spPr/>
      <dgm:t>
        <a:bodyPr/>
        <a:lstStyle/>
        <a:p>
          <a:r>
            <a:rPr lang="es-CL" b="0" i="0" baseline="0"/>
            <a:t>Permite a usuarios de todas las edades crear comportamientos y movimientos complejos sin necesidad de escribir código tradicional.</a:t>
          </a:r>
          <a:endParaRPr lang="en-US"/>
        </a:p>
      </dgm:t>
    </dgm:pt>
    <dgm:pt modelId="{35C8EF16-C541-4D5A-9BB1-9CCB652B1E99}" type="parTrans" cxnId="{ECCF91C0-5C9D-4305-8BFE-144BE1DAE9B1}">
      <dgm:prSet/>
      <dgm:spPr/>
      <dgm:t>
        <a:bodyPr/>
        <a:lstStyle/>
        <a:p>
          <a:endParaRPr lang="en-US"/>
        </a:p>
      </dgm:t>
    </dgm:pt>
    <dgm:pt modelId="{68FD9445-7637-4067-9A07-1C11DC0F8208}" type="sibTrans" cxnId="{ECCF91C0-5C9D-4305-8BFE-144BE1DAE9B1}">
      <dgm:prSet/>
      <dgm:spPr/>
      <dgm:t>
        <a:bodyPr/>
        <a:lstStyle/>
        <a:p>
          <a:endParaRPr lang="en-US"/>
        </a:p>
      </dgm:t>
    </dgm:pt>
    <dgm:pt modelId="{723A7423-88F9-45BB-9A80-91024A4C6389}">
      <dgm:prSet/>
      <dgm:spPr/>
      <dgm:t>
        <a:bodyPr/>
        <a:lstStyle/>
        <a:p>
          <a:r>
            <a:rPr lang="es-CL" b="0" i="0" baseline="0"/>
            <a:t>Ideal para introducir conceptos de lógica, estructuras de control y pensamiento computacional en entornos educativos.</a:t>
          </a:r>
          <a:endParaRPr lang="en-US"/>
        </a:p>
      </dgm:t>
    </dgm:pt>
    <dgm:pt modelId="{6E8E8686-ADA8-4EEB-8B8A-15842F0713A3}" type="parTrans" cxnId="{2E8B37C7-4B65-441D-A92F-FD55BB8EEA1B}">
      <dgm:prSet/>
      <dgm:spPr/>
      <dgm:t>
        <a:bodyPr/>
        <a:lstStyle/>
        <a:p>
          <a:endParaRPr lang="en-US"/>
        </a:p>
      </dgm:t>
    </dgm:pt>
    <dgm:pt modelId="{98C75068-0E2F-442B-B903-BAE1AE1FF457}" type="sibTrans" cxnId="{2E8B37C7-4B65-441D-A92F-FD55BB8EEA1B}">
      <dgm:prSet/>
      <dgm:spPr/>
      <dgm:t>
        <a:bodyPr/>
        <a:lstStyle/>
        <a:p>
          <a:endParaRPr lang="en-US"/>
        </a:p>
      </dgm:t>
    </dgm:pt>
    <dgm:pt modelId="{0CC1783C-10DB-49FB-B363-B806C71A9EB5}" type="pres">
      <dgm:prSet presAssocID="{136CCF30-748E-4616-A147-52EEF0EA2983}" presName="root" presStyleCnt="0">
        <dgm:presLayoutVars>
          <dgm:dir/>
          <dgm:resizeHandles val="exact"/>
        </dgm:presLayoutVars>
      </dgm:prSet>
      <dgm:spPr/>
    </dgm:pt>
    <dgm:pt modelId="{196A47CA-60ED-4124-AFD0-1D4BBD68BBF5}" type="pres">
      <dgm:prSet presAssocID="{3F15E5CF-9BDE-4017-8199-9CECA0E6E673}" presName="compNode" presStyleCnt="0"/>
      <dgm:spPr/>
    </dgm:pt>
    <dgm:pt modelId="{65A770C6-2C36-4032-9B10-E933308C99D1}" type="pres">
      <dgm:prSet presAssocID="{3F15E5CF-9BDE-4017-8199-9CECA0E6E673}" presName="bgRect" presStyleLbl="bgShp" presStyleIdx="0" presStyleCnt="3"/>
      <dgm:spPr/>
    </dgm:pt>
    <dgm:pt modelId="{2AF57767-ACAC-4241-BB5A-5FE982268568}" type="pres">
      <dgm:prSet presAssocID="{3F15E5CF-9BDE-4017-8199-9CECA0E6E67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C38E248-D7CA-4CD7-AC38-EA729730D0C0}" type="pres">
      <dgm:prSet presAssocID="{3F15E5CF-9BDE-4017-8199-9CECA0E6E673}" presName="spaceRect" presStyleCnt="0"/>
      <dgm:spPr/>
    </dgm:pt>
    <dgm:pt modelId="{6AC65DD1-DDC2-4D21-83DA-5DB334DECD2A}" type="pres">
      <dgm:prSet presAssocID="{3F15E5CF-9BDE-4017-8199-9CECA0E6E673}" presName="parTx" presStyleLbl="revTx" presStyleIdx="0" presStyleCnt="3">
        <dgm:presLayoutVars>
          <dgm:chMax val="0"/>
          <dgm:chPref val="0"/>
        </dgm:presLayoutVars>
      </dgm:prSet>
      <dgm:spPr/>
    </dgm:pt>
    <dgm:pt modelId="{D4019C87-F1D1-491B-9F2C-C484D6BCD52C}" type="pres">
      <dgm:prSet presAssocID="{AD7EA9C9-3A68-41F8-B569-BCEF7BBC19AB}" presName="sibTrans" presStyleCnt="0"/>
      <dgm:spPr/>
    </dgm:pt>
    <dgm:pt modelId="{32BB4815-6EBB-4EAD-A61E-99D6950FFAFF}" type="pres">
      <dgm:prSet presAssocID="{01FF269D-2DD2-4E4D-A531-6E1D3BB30F0B}" presName="compNode" presStyleCnt="0"/>
      <dgm:spPr/>
    </dgm:pt>
    <dgm:pt modelId="{366C471E-63AF-4217-AA93-D9303E78C866}" type="pres">
      <dgm:prSet presAssocID="{01FF269D-2DD2-4E4D-A531-6E1D3BB30F0B}" presName="bgRect" presStyleLbl="bgShp" presStyleIdx="1" presStyleCnt="3"/>
      <dgm:spPr/>
    </dgm:pt>
    <dgm:pt modelId="{467CB22C-AD10-40B0-A49D-1B0B1327E994}" type="pres">
      <dgm:prSet presAssocID="{01FF269D-2DD2-4E4D-A531-6E1D3BB30F0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0BA97E4-AF1D-4591-916C-C1098B702749}" type="pres">
      <dgm:prSet presAssocID="{01FF269D-2DD2-4E4D-A531-6E1D3BB30F0B}" presName="spaceRect" presStyleCnt="0"/>
      <dgm:spPr/>
    </dgm:pt>
    <dgm:pt modelId="{F265BBCB-0CF2-4B93-82E0-9E6D2C4DF0FE}" type="pres">
      <dgm:prSet presAssocID="{01FF269D-2DD2-4E4D-A531-6E1D3BB30F0B}" presName="parTx" presStyleLbl="revTx" presStyleIdx="1" presStyleCnt="3">
        <dgm:presLayoutVars>
          <dgm:chMax val="0"/>
          <dgm:chPref val="0"/>
        </dgm:presLayoutVars>
      </dgm:prSet>
      <dgm:spPr/>
    </dgm:pt>
    <dgm:pt modelId="{8ED2067F-F345-4F3F-B849-8142AA79899B}" type="pres">
      <dgm:prSet presAssocID="{68FD9445-7637-4067-9A07-1C11DC0F8208}" presName="sibTrans" presStyleCnt="0"/>
      <dgm:spPr/>
    </dgm:pt>
    <dgm:pt modelId="{F72DCD05-ADB4-4BE6-879F-3E2105093044}" type="pres">
      <dgm:prSet presAssocID="{723A7423-88F9-45BB-9A80-91024A4C6389}" presName="compNode" presStyleCnt="0"/>
      <dgm:spPr/>
    </dgm:pt>
    <dgm:pt modelId="{7EA7F566-0A07-43BD-A9C3-707BE03C53CE}" type="pres">
      <dgm:prSet presAssocID="{723A7423-88F9-45BB-9A80-91024A4C6389}" presName="bgRect" presStyleLbl="bgShp" presStyleIdx="2" presStyleCnt="3"/>
      <dgm:spPr/>
    </dgm:pt>
    <dgm:pt modelId="{2B49A5CE-276C-4A69-8057-4937E966C15F}" type="pres">
      <dgm:prSet presAssocID="{723A7423-88F9-45BB-9A80-91024A4C638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BFA03702-3C60-4F4B-A7E7-4230A1E8B96D}" type="pres">
      <dgm:prSet presAssocID="{723A7423-88F9-45BB-9A80-91024A4C6389}" presName="spaceRect" presStyleCnt="0"/>
      <dgm:spPr/>
    </dgm:pt>
    <dgm:pt modelId="{2593A22A-0343-4123-BF86-E015D5987D6E}" type="pres">
      <dgm:prSet presAssocID="{723A7423-88F9-45BB-9A80-91024A4C638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085EE45-B348-4714-BD7F-56E56522E180}" type="presOf" srcId="{01FF269D-2DD2-4E4D-A531-6E1D3BB30F0B}" destId="{F265BBCB-0CF2-4B93-82E0-9E6D2C4DF0FE}" srcOrd="0" destOrd="0" presId="urn:microsoft.com/office/officeart/2018/2/layout/IconVerticalSolidList"/>
    <dgm:cxn modelId="{709E456F-AA9A-456C-B461-EEA75CE63818}" type="presOf" srcId="{3F15E5CF-9BDE-4017-8199-9CECA0E6E673}" destId="{6AC65DD1-DDC2-4D21-83DA-5DB334DECD2A}" srcOrd="0" destOrd="0" presId="urn:microsoft.com/office/officeart/2018/2/layout/IconVerticalSolidList"/>
    <dgm:cxn modelId="{9D08308C-B2AC-44ED-AC59-C68B623BE11C}" type="presOf" srcId="{723A7423-88F9-45BB-9A80-91024A4C6389}" destId="{2593A22A-0343-4123-BF86-E015D5987D6E}" srcOrd="0" destOrd="0" presId="urn:microsoft.com/office/officeart/2018/2/layout/IconVerticalSolidList"/>
    <dgm:cxn modelId="{ECCF91C0-5C9D-4305-8BFE-144BE1DAE9B1}" srcId="{136CCF30-748E-4616-A147-52EEF0EA2983}" destId="{01FF269D-2DD2-4E4D-A531-6E1D3BB30F0B}" srcOrd="1" destOrd="0" parTransId="{35C8EF16-C541-4D5A-9BB1-9CCB652B1E99}" sibTransId="{68FD9445-7637-4067-9A07-1C11DC0F8208}"/>
    <dgm:cxn modelId="{2E8B37C7-4B65-441D-A92F-FD55BB8EEA1B}" srcId="{136CCF30-748E-4616-A147-52EEF0EA2983}" destId="{723A7423-88F9-45BB-9A80-91024A4C6389}" srcOrd="2" destOrd="0" parTransId="{6E8E8686-ADA8-4EEB-8B8A-15842F0713A3}" sibTransId="{98C75068-0E2F-442B-B903-BAE1AE1FF457}"/>
    <dgm:cxn modelId="{9C5743E4-65D3-41DA-8BD3-78E563105346}" srcId="{136CCF30-748E-4616-A147-52EEF0EA2983}" destId="{3F15E5CF-9BDE-4017-8199-9CECA0E6E673}" srcOrd="0" destOrd="0" parTransId="{0BBE2880-FBDC-4013-823A-E765589068F9}" sibTransId="{AD7EA9C9-3A68-41F8-B569-BCEF7BBC19AB}"/>
    <dgm:cxn modelId="{BDD8D3EB-2096-4CD3-8C02-1CBA9833D243}" type="presOf" srcId="{136CCF30-748E-4616-A147-52EEF0EA2983}" destId="{0CC1783C-10DB-49FB-B363-B806C71A9EB5}" srcOrd="0" destOrd="0" presId="urn:microsoft.com/office/officeart/2018/2/layout/IconVerticalSolidList"/>
    <dgm:cxn modelId="{C48AAE17-F1E4-4D34-A8FE-0E90E7A75353}" type="presParOf" srcId="{0CC1783C-10DB-49FB-B363-B806C71A9EB5}" destId="{196A47CA-60ED-4124-AFD0-1D4BBD68BBF5}" srcOrd="0" destOrd="0" presId="urn:microsoft.com/office/officeart/2018/2/layout/IconVerticalSolidList"/>
    <dgm:cxn modelId="{E6822518-A252-4692-AA37-705FF00424F4}" type="presParOf" srcId="{196A47CA-60ED-4124-AFD0-1D4BBD68BBF5}" destId="{65A770C6-2C36-4032-9B10-E933308C99D1}" srcOrd="0" destOrd="0" presId="urn:microsoft.com/office/officeart/2018/2/layout/IconVerticalSolidList"/>
    <dgm:cxn modelId="{6F28138C-C10A-4DA4-9758-34DA1D5CD30F}" type="presParOf" srcId="{196A47CA-60ED-4124-AFD0-1D4BBD68BBF5}" destId="{2AF57767-ACAC-4241-BB5A-5FE982268568}" srcOrd="1" destOrd="0" presId="urn:microsoft.com/office/officeart/2018/2/layout/IconVerticalSolidList"/>
    <dgm:cxn modelId="{8417B198-E6C0-43A9-BB6B-2927CFBC7ECF}" type="presParOf" srcId="{196A47CA-60ED-4124-AFD0-1D4BBD68BBF5}" destId="{2C38E248-D7CA-4CD7-AC38-EA729730D0C0}" srcOrd="2" destOrd="0" presId="urn:microsoft.com/office/officeart/2018/2/layout/IconVerticalSolidList"/>
    <dgm:cxn modelId="{39BB375D-47B4-451E-BD18-C0681609B042}" type="presParOf" srcId="{196A47CA-60ED-4124-AFD0-1D4BBD68BBF5}" destId="{6AC65DD1-DDC2-4D21-83DA-5DB334DECD2A}" srcOrd="3" destOrd="0" presId="urn:microsoft.com/office/officeart/2018/2/layout/IconVerticalSolidList"/>
    <dgm:cxn modelId="{4D127EE1-0F81-49CF-A2C3-30D8B37792EE}" type="presParOf" srcId="{0CC1783C-10DB-49FB-B363-B806C71A9EB5}" destId="{D4019C87-F1D1-491B-9F2C-C484D6BCD52C}" srcOrd="1" destOrd="0" presId="urn:microsoft.com/office/officeart/2018/2/layout/IconVerticalSolidList"/>
    <dgm:cxn modelId="{011E799A-6553-452C-A23F-EC8FA142E920}" type="presParOf" srcId="{0CC1783C-10DB-49FB-B363-B806C71A9EB5}" destId="{32BB4815-6EBB-4EAD-A61E-99D6950FFAFF}" srcOrd="2" destOrd="0" presId="urn:microsoft.com/office/officeart/2018/2/layout/IconVerticalSolidList"/>
    <dgm:cxn modelId="{7CFD0866-9029-453D-8C2B-5677C5064CD7}" type="presParOf" srcId="{32BB4815-6EBB-4EAD-A61E-99D6950FFAFF}" destId="{366C471E-63AF-4217-AA93-D9303E78C866}" srcOrd="0" destOrd="0" presId="urn:microsoft.com/office/officeart/2018/2/layout/IconVerticalSolidList"/>
    <dgm:cxn modelId="{289ED603-D54E-4A17-979F-4D6FAC40BECD}" type="presParOf" srcId="{32BB4815-6EBB-4EAD-A61E-99D6950FFAFF}" destId="{467CB22C-AD10-40B0-A49D-1B0B1327E994}" srcOrd="1" destOrd="0" presId="urn:microsoft.com/office/officeart/2018/2/layout/IconVerticalSolidList"/>
    <dgm:cxn modelId="{7BB6AB6A-AC91-40D5-B106-6E2D03E213FC}" type="presParOf" srcId="{32BB4815-6EBB-4EAD-A61E-99D6950FFAFF}" destId="{30BA97E4-AF1D-4591-916C-C1098B702749}" srcOrd="2" destOrd="0" presId="urn:microsoft.com/office/officeart/2018/2/layout/IconVerticalSolidList"/>
    <dgm:cxn modelId="{E8874428-9860-417A-81E7-1E111A08753D}" type="presParOf" srcId="{32BB4815-6EBB-4EAD-A61E-99D6950FFAFF}" destId="{F265BBCB-0CF2-4B93-82E0-9E6D2C4DF0FE}" srcOrd="3" destOrd="0" presId="urn:microsoft.com/office/officeart/2018/2/layout/IconVerticalSolidList"/>
    <dgm:cxn modelId="{CF8698EB-46E3-4EA0-8037-FD092E5F0EF6}" type="presParOf" srcId="{0CC1783C-10DB-49FB-B363-B806C71A9EB5}" destId="{8ED2067F-F345-4F3F-B849-8142AA79899B}" srcOrd="3" destOrd="0" presId="urn:microsoft.com/office/officeart/2018/2/layout/IconVerticalSolidList"/>
    <dgm:cxn modelId="{45104B15-0A3A-440A-A855-2082453021E5}" type="presParOf" srcId="{0CC1783C-10DB-49FB-B363-B806C71A9EB5}" destId="{F72DCD05-ADB4-4BE6-879F-3E2105093044}" srcOrd="4" destOrd="0" presId="urn:microsoft.com/office/officeart/2018/2/layout/IconVerticalSolidList"/>
    <dgm:cxn modelId="{A2E5DCBB-50AA-4FE5-8192-261AF9CCAABA}" type="presParOf" srcId="{F72DCD05-ADB4-4BE6-879F-3E2105093044}" destId="{7EA7F566-0A07-43BD-A9C3-707BE03C53CE}" srcOrd="0" destOrd="0" presId="urn:microsoft.com/office/officeart/2018/2/layout/IconVerticalSolidList"/>
    <dgm:cxn modelId="{BB6FE9F9-4D4C-41D3-BA37-9E46E8DC0F1D}" type="presParOf" srcId="{F72DCD05-ADB4-4BE6-879F-3E2105093044}" destId="{2B49A5CE-276C-4A69-8057-4937E966C15F}" srcOrd="1" destOrd="0" presId="urn:microsoft.com/office/officeart/2018/2/layout/IconVerticalSolidList"/>
    <dgm:cxn modelId="{CBCAFE03-F461-461F-ACA0-8FD75F972516}" type="presParOf" srcId="{F72DCD05-ADB4-4BE6-879F-3E2105093044}" destId="{BFA03702-3C60-4F4B-A7E7-4230A1E8B96D}" srcOrd="2" destOrd="0" presId="urn:microsoft.com/office/officeart/2018/2/layout/IconVerticalSolidList"/>
    <dgm:cxn modelId="{3A1A02F4-F0B8-4023-8591-825A4C9510F3}" type="presParOf" srcId="{F72DCD05-ADB4-4BE6-879F-3E2105093044}" destId="{2593A22A-0343-4123-BF86-E015D5987D6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FDC595-3E77-4B5B-898E-86E4196B66FE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0D7C86C-4947-4B21-90FB-F0EE27787EA6}">
      <dgm:prSet/>
      <dgm:spPr/>
      <dgm:t>
        <a:bodyPr/>
        <a:lstStyle/>
        <a:p>
          <a:r>
            <a:rPr lang="es-CL" b="1" i="0" baseline="0"/>
            <a:t>Bittle</a:t>
          </a:r>
          <a:r>
            <a:rPr lang="es-CL" b="0" i="0" baseline="0"/>
            <a:t>: Perro robot cuadrúpedo con diseño biónico.</a:t>
          </a:r>
          <a:endParaRPr lang="en-US"/>
        </a:p>
      </dgm:t>
    </dgm:pt>
    <dgm:pt modelId="{A9A8AA5F-3AD3-453F-B5AA-CBA8884C9982}" type="parTrans" cxnId="{26C6AC27-C9BC-474E-B2B8-9EE02FE7E369}">
      <dgm:prSet/>
      <dgm:spPr/>
      <dgm:t>
        <a:bodyPr/>
        <a:lstStyle/>
        <a:p>
          <a:endParaRPr lang="en-US"/>
        </a:p>
      </dgm:t>
    </dgm:pt>
    <dgm:pt modelId="{BFBA9162-7CBC-475D-A131-98066D44AB4B}" type="sibTrans" cxnId="{26C6AC27-C9BC-474E-B2B8-9EE02FE7E369}">
      <dgm:prSet/>
      <dgm:spPr/>
      <dgm:t>
        <a:bodyPr/>
        <a:lstStyle/>
        <a:p>
          <a:endParaRPr lang="en-US"/>
        </a:p>
      </dgm:t>
    </dgm:pt>
    <dgm:pt modelId="{576F49A2-C75F-454B-BD3C-547FE369D175}">
      <dgm:prSet/>
      <dgm:spPr/>
      <dgm:t>
        <a:bodyPr/>
        <a:lstStyle/>
        <a:p>
          <a:r>
            <a:rPr lang="es-CL" b="1" i="0" baseline="0"/>
            <a:t>Bittle X</a:t>
          </a:r>
          <a:r>
            <a:rPr lang="es-CL" b="0" i="0" baseline="0"/>
            <a:t>: Versión mejorada con capacidades adicionales.</a:t>
          </a:r>
          <a:endParaRPr lang="en-US"/>
        </a:p>
      </dgm:t>
    </dgm:pt>
    <dgm:pt modelId="{7DA8A932-A0DF-434F-A9C2-86922C52E783}" type="parTrans" cxnId="{A704E4CF-DE4B-4CB0-82F3-60B64D08135C}">
      <dgm:prSet/>
      <dgm:spPr/>
      <dgm:t>
        <a:bodyPr/>
        <a:lstStyle/>
        <a:p>
          <a:endParaRPr lang="en-US"/>
        </a:p>
      </dgm:t>
    </dgm:pt>
    <dgm:pt modelId="{61CAAFAD-58F7-4D2D-AD07-67DB1F89FA91}" type="sibTrans" cxnId="{A704E4CF-DE4B-4CB0-82F3-60B64D08135C}">
      <dgm:prSet/>
      <dgm:spPr/>
      <dgm:t>
        <a:bodyPr/>
        <a:lstStyle/>
        <a:p>
          <a:endParaRPr lang="en-US"/>
        </a:p>
      </dgm:t>
    </dgm:pt>
    <dgm:pt modelId="{166ED4D2-EA42-4EF7-8E59-1A627A3830F6}">
      <dgm:prSet/>
      <dgm:spPr/>
      <dgm:t>
        <a:bodyPr/>
        <a:lstStyle/>
        <a:p>
          <a:r>
            <a:rPr lang="es-CL" b="1" i="0" baseline="0"/>
            <a:t>Nybble</a:t>
          </a:r>
          <a:r>
            <a:rPr lang="es-CL" b="0" i="0" baseline="0"/>
            <a:t>: Gato robot cuadrúpedo.​</a:t>
          </a:r>
          <a:endParaRPr lang="en-US"/>
        </a:p>
      </dgm:t>
    </dgm:pt>
    <dgm:pt modelId="{4448F195-24EF-43E9-A249-BB51CA747272}" type="parTrans" cxnId="{FC297C6B-6081-4EE7-A6F9-F5BBB7A75C80}">
      <dgm:prSet/>
      <dgm:spPr/>
      <dgm:t>
        <a:bodyPr/>
        <a:lstStyle/>
        <a:p>
          <a:endParaRPr lang="en-US"/>
        </a:p>
      </dgm:t>
    </dgm:pt>
    <dgm:pt modelId="{239141AA-65D1-46B0-97C6-DBED7FC2912F}" type="sibTrans" cxnId="{FC297C6B-6081-4EE7-A6F9-F5BBB7A75C80}">
      <dgm:prSet/>
      <dgm:spPr/>
      <dgm:t>
        <a:bodyPr/>
        <a:lstStyle/>
        <a:p>
          <a:endParaRPr lang="en-US"/>
        </a:p>
      </dgm:t>
    </dgm:pt>
    <dgm:pt modelId="{C352C865-5E2B-4BFE-B6E7-52A6EA952B3A}" type="pres">
      <dgm:prSet presAssocID="{9DFDC595-3E77-4B5B-898E-86E4196B66FE}" presName="vert0" presStyleCnt="0">
        <dgm:presLayoutVars>
          <dgm:dir/>
          <dgm:animOne val="branch"/>
          <dgm:animLvl val="lvl"/>
        </dgm:presLayoutVars>
      </dgm:prSet>
      <dgm:spPr/>
    </dgm:pt>
    <dgm:pt modelId="{A611501A-D8CD-4F59-8919-945843060C67}" type="pres">
      <dgm:prSet presAssocID="{60D7C86C-4947-4B21-90FB-F0EE27787EA6}" presName="thickLine" presStyleLbl="alignNode1" presStyleIdx="0" presStyleCnt="3"/>
      <dgm:spPr/>
    </dgm:pt>
    <dgm:pt modelId="{C5876FE2-257E-4B53-AE75-6315E6CEF4EC}" type="pres">
      <dgm:prSet presAssocID="{60D7C86C-4947-4B21-90FB-F0EE27787EA6}" presName="horz1" presStyleCnt="0"/>
      <dgm:spPr/>
    </dgm:pt>
    <dgm:pt modelId="{D7FDA0F4-EC5A-4421-8CA1-2EF93AF13C7E}" type="pres">
      <dgm:prSet presAssocID="{60D7C86C-4947-4B21-90FB-F0EE27787EA6}" presName="tx1" presStyleLbl="revTx" presStyleIdx="0" presStyleCnt="3"/>
      <dgm:spPr/>
    </dgm:pt>
    <dgm:pt modelId="{41B2249F-28A7-4989-9BA6-3FFB763458AC}" type="pres">
      <dgm:prSet presAssocID="{60D7C86C-4947-4B21-90FB-F0EE27787EA6}" presName="vert1" presStyleCnt="0"/>
      <dgm:spPr/>
    </dgm:pt>
    <dgm:pt modelId="{D08EB17B-B104-4BF4-8DE8-484476C2E723}" type="pres">
      <dgm:prSet presAssocID="{576F49A2-C75F-454B-BD3C-547FE369D175}" presName="thickLine" presStyleLbl="alignNode1" presStyleIdx="1" presStyleCnt="3"/>
      <dgm:spPr/>
    </dgm:pt>
    <dgm:pt modelId="{2E26FB82-4A59-4033-A928-8C430B446E48}" type="pres">
      <dgm:prSet presAssocID="{576F49A2-C75F-454B-BD3C-547FE369D175}" presName="horz1" presStyleCnt="0"/>
      <dgm:spPr/>
    </dgm:pt>
    <dgm:pt modelId="{A9487DA1-9477-4BDA-B6AF-3A4765FAED6F}" type="pres">
      <dgm:prSet presAssocID="{576F49A2-C75F-454B-BD3C-547FE369D175}" presName="tx1" presStyleLbl="revTx" presStyleIdx="1" presStyleCnt="3"/>
      <dgm:spPr/>
    </dgm:pt>
    <dgm:pt modelId="{DD9ADD64-B89F-4216-A1B0-B3FAC621CA6D}" type="pres">
      <dgm:prSet presAssocID="{576F49A2-C75F-454B-BD3C-547FE369D175}" presName="vert1" presStyleCnt="0"/>
      <dgm:spPr/>
    </dgm:pt>
    <dgm:pt modelId="{D04AE7CF-FDEF-4A1F-85F5-84B42A50E749}" type="pres">
      <dgm:prSet presAssocID="{166ED4D2-EA42-4EF7-8E59-1A627A3830F6}" presName="thickLine" presStyleLbl="alignNode1" presStyleIdx="2" presStyleCnt="3"/>
      <dgm:spPr/>
    </dgm:pt>
    <dgm:pt modelId="{5C2AEF21-0686-4831-B3B6-02C83F191372}" type="pres">
      <dgm:prSet presAssocID="{166ED4D2-EA42-4EF7-8E59-1A627A3830F6}" presName="horz1" presStyleCnt="0"/>
      <dgm:spPr/>
    </dgm:pt>
    <dgm:pt modelId="{074D318E-68EE-4145-8E06-09F60348A96B}" type="pres">
      <dgm:prSet presAssocID="{166ED4D2-EA42-4EF7-8E59-1A627A3830F6}" presName="tx1" presStyleLbl="revTx" presStyleIdx="2" presStyleCnt="3"/>
      <dgm:spPr/>
    </dgm:pt>
    <dgm:pt modelId="{F93B6521-E509-457A-82F0-55132E8212F9}" type="pres">
      <dgm:prSet presAssocID="{166ED4D2-EA42-4EF7-8E59-1A627A3830F6}" presName="vert1" presStyleCnt="0"/>
      <dgm:spPr/>
    </dgm:pt>
  </dgm:ptLst>
  <dgm:cxnLst>
    <dgm:cxn modelId="{26C6AC27-C9BC-474E-B2B8-9EE02FE7E369}" srcId="{9DFDC595-3E77-4B5B-898E-86E4196B66FE}" destId="{60D7C86C-4947-4B21-90FB-F0EE27787EA6}" srcOrd="0" destOrd="0" parTransId="{A9A8AA5F-3AD3-453F-B5AA-CBA8884C9982}" sibTransId="{BFBA9162-7CBC-475D-A131-98066D44AB4B}"/>
    <dgm:cxn modelId="{ED840F5F-5F18-4CE9-B8B7-BD224A1AF994}" type="presOf" srcId="{60D7C86C-4947-4B21-90FB-F0EE27787EA6}" destId="{D7FDA0F4-EC5A-4421-8CA1-2EF93AF13C7E}" srcOrd="0" destOrd="0" presId="urn:microsoft.com/office/officeart/2008/layout/LinedList"/>
    <dgm:cxn modelId="{7B4CBA63-2B41-4126-BC47-F29EECC55579}" type="presOf" srcId="{9DFDC595-3E77-4B5B-898E-86E4196B66FE}" destId="{C352C865-5E2B-4BFE-B6E7-52A6EA952B3A}" srcOrd="0" destOrd="0" presId="urn:microsoft.com/office/officeart/2008/layout/LinedList"/>
    <dgm:cxn modelId="{FC297C6B-6081-4EE7-A6F9-F5BBB7A75C80}" srcId="{9DFDC595-3E77-4B5B-898E-86E4196B66FE}" destId="{166ED4D2-EA42-4EF7-8E59-1A627A3830F6}" srcOrd="2" destOrd="0" parTransId="{4448F195-24EF-43E9-A249-BB51CA747272}" sibTransId="{239141AA-65D1-46B0-97C6-DBED7FC2912F}"/>
    <dgm:cxn modelId="{CD589884-5405-4D16-86BA-82EE7118A079}" type="presOf" srcId="{166ED4D2-EA42-4EF7-8E59-1A627A3830F6}" destId="{074D318E-68EE-4145-8E06-09F60348A96B}" srcOrd="0" destOrd="0" presId="urn:microsoft.com/office/officeart/2008/layout/LinedList"/>
    <dgm:cxn modelId="{4D1DC6AE-AAA1-49E2-B4B1-555AF5DCFE76}" type="presOf" srcId="{576F49A2-C75F-454B-BD3C-547FE369D175}" destId="{A9487DA1-9477-4BDA-B6AF-3A4765FAED6F}" srcOrd="0" destOrd="0" presId="urn:microsoft.com/office/officeart/2008/layout/LinedList"/>
    <dgm:cxn modelId="{A704E4CF-DE4B-4CB0-82F3-60B64D08135C}" srcId="{9DFDC595-3E77-4B5B-898E-86E4196B66FE}" destId="{576F49A2-C75F-454B-BD3C-547FE369D175}" srcOrd="1" destOrd="0" parTransId="{7DA8A932-A0DF-434F-A9C2-86922C52E783}" sibTransId="{61CAAFAD-58F7-4D2D-AD07-67DB1F89FA91}"/>
    <dgm:cxn modelId="{242852DE-7830-4DDE-9DFE-113D1C7F667C}" type="presParOf" srcId="{C352C865-5E2B-4BFE-B6E7-52A6EA952B3A}" destId="{A611501A-D8CD-4F59-8919-945843060C67}" srcOrd="0" destOrd="0" presId="urn:microsoft.com/office/officeart/2008/layout/LinedList"/>
    <dgm:cxn modelId="{804EDFAD-2A4E-452A-B971-F90109F48742}" type="presParOf" srcId="{C352C865-5E2B-4BFE-B6E7-52A6EA952B3A}" destId="{C5876FE2-257E-4B53-AE75-6315E6CEF4EC}" srcOrd="1" destOrd="0" presId="urn:microsoft.com/office/officeart/2008/layout/LinedList"/>
    <dgm:cxn modelId="{BC05A7D1-A724-406F-89AD-8FD760B00E3F}" type="presParOf" srcId="{C5876FE2-257E-4B53-AE75-6315E6CEF4EC}" destId="{D7FDA0F4-EC5A-4421-8CA1-2EF93AF13C7E}" srcOrd="0" destOrd="0" presId="urn:microsoft.com/office/officeart/2008/layout/LinedList"/>
    <dgm:cxn modelId="{41D6D8DC-B59F-4B27-A5EB-B887C5649DAE}" type="presParOf" srcId="{C5876FE2-257E-4B53-AE75-6315E6CEF4EC}" destId="{41B2249F-28A7-4989-9BA6-3FFB763458AC}" srcOrd="1" destOrd="0" presId="urn:microsoft.com/office/officeart/2008/layout/LinedList"/>
    <dgm:cxn modelId="{26B7D46C-FCEC-4B72-A24C-98496AF534D2}" type="presParOf" srcId="{C352C865-5E2B-4BFE-B6E7-52A6EA952B3A}" destId="{D08EB17B-B104-4BF4-8DE8-484476C2E723}" srcOrd="2" destOrd="0" presId="urn:microsoft.com/office/officeart/2008/layout/LinedList"/>
    <dgm:cxn modelId="{A935569F-0A47-43A2-AAAE-CD354873EF6B}" type="presParOf" srcId="{C352C865-5E2B-4BFE-B6E7-52A6EA952B3A}" destId="{2E26FB82-4A59-4033-A928-8C430B446E48}" srcOrd="3" destOrd="0" presId="urn:microsoft.com/office/officeart/2008/layout/LinedList"/>
    <dgm:cxn modelId="{8DAFB8B1-73C3-4919-8E5A-6F254A9E2C88}" type="presParOf" srcId="{2E26FB82-4A59-4033-A928-8C430B446E48}" destId="{A9487DA1-9477-4BDA-B6AF-3A4765FAED6F}" srcOrd="0" destOrd="0" presId="urn:microsoft.com/office/officeart/2008/layout/LinedList"/>
    <dgm:cxn modelId="{182077E2-68E1-4169-ADC8-09FB8D201F4E}" type="presParOf" srcId="{2E26FB82-4A59-4033-A928-8C430B446E48}" destId="{DD9ADD64-B89F-4216-A1B0-B3FAC621CA6D}" srcOrd="1" destOrd="0" presId="urn:microsoft.com/office/officeart/2008/layout/LinedList"/>
    <dgm:cxn modelId="{ACB793C5-2BF6-423C-9267-5A575D71D7DB}" type="presParOf" srcId="{C352C865-5E2B-4BFE-B6E7-52A6EA952B3A}" destId="{D04AE7CF-FDEF-4A1F-85F5-84B42A50E749}" srcOrd="4" destOrd="0" presId="urn:microsoft.com/office/officeart/2008/layout/LinedList"/>
    <dgm:cxn modelId="{8DA42920-24A6-456A-8F2C-C600FAB25BBB}" type="presParOf" srcId="{C352C865-5E2B-4BFE-B6E7-52A6EA952B3A}" destId="{5C2AEF21-0686-4831-B3B6-02C83F191372}" srcOrd="5" destOrd="0" presId="urn:microsoft.com/office/officeart/2008/layout/LinedList"/>
    <dgm:cxn modelId="{DECDA48D-3134-49F0-A78E-4CD551D734B2}" type="presParOf" srcId="{5C2AEF21-0686-4831-B3B6-02C83F191372}" destId="{074D318E-68EE-4145-8E06-09F60348A96B}" srcOrd="0" destOrd="0" presId="urn:microsoft.com/office/officeart/2008/layout/LinedList"/>
    <dgm:cxn modelId="{E37DD2B4-4DFF-40EB-8D25-C5E6F4F49BBC}" type="presParOf" srcId="{5C2AEF21-0686-4831-B3B6-02C83F191372}" destId="{F93B6521-E509-457A-82F0-55132E8212F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80243A-3304-47AD-A87B-5E22ECDB210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60716A9-7075-428B-BD00-1814DE6A2027}">
      <dgm:prSet/>
      <dgm:spPr/>
      <dgm:t>
        <a:bodyPr/>
        <a:lstStyle/>
        <a:p>
          <a:r>
            <a:rPr lang="es-ES" b="1"/>
            <a:t>Modo simulación previa</a:t>
          </a:r>
          <a:r>
            <a:rPr lang="es-ES"/>
            <a:t>: Puedes probar lógicas sin tener el robot conectado.</a:t>
          </a:r>
          <a:endParaRPr lang="en-US"/>
        </a:p>
      </dgm:t>
    </dgm:pt>
    <dgm:pt modelId="{2DE5C6D9-7EBA-4B26-A6C8-1282D421FC6A}" type="parTrans" cxnId="{66D3D2B2-A94E-4461-B809-CC82809BCCE8}">
      <dgm:prSet/>
      <dgm:spPr/>
      <dgm:t>
        <a:bodyPr/>
        <a:lstStyle/>
        <a:p>
          <a:endParaRPr lang="en-US"/>
        </a:p>
      </dgm:t>
    </dgm:pt>
    <dgm:pt modelId="{D8E89BB3-1931-4804-9D6E-CB67956E754F}" type="sibTrans" cxnId="{66D3D2B2-A94E-4461-B809-CC82809BCCE8}">
      <dgm:prSet/>
      <dgm:spPr/>
      <dgm:t>
        <a:bodyPr/>
        <a:lstStyle/>
        <a:p>
          <a:endParaRPr lang="en-US"/>
        </a:p>
      </dgm:t>
    </dgm:pt>
    <dgm:pt modelId="{110FAA71-C0AF-476B-8E89-37DD7B55A60A}">
      <dgm:prSet/>
      <dgm:spPr/>
      <dgm:t>
        <a:bodyPr/>
        <a:lstStyle/>
        <a:p>
          <a:r>
            <a:rPr lang="es-ES"/>
            <a:t>🔄 </a:t>
          </a:r>
          <a:r>
            <a:rPr lang="es-ES" b="1"/>
            <a:t>Vista en consola de bloques ejecutados</a:t>
          </a:r>
          <a:r>
            <a:rPr lang="es-ES"/>
            <a:t>: Permite comprobar si tu lógica funciona.</a:t>
          </a:r>
          <a:endParaRPr lang="en-US"/>
        </a:p>
      </dgm:t>
    </dgm:pt>
    <dgm:pt modelId="{02E92F26-6483-486B-96D5-58872DF1C3E0}" type="parTrans" cxnId="{EEB410E1-4280-4870-845C-17CA64A31AD0}">
      <dgm:prSet/>
      <dgm:spPr/>
      <dgm:t>
        <a:bodyPr/>
        <a:lstStyle/>
        <a:p>
          <a:endParaRPr lang="en-US"/>
        </a:p>
      </dgm:t>
    </dgm:pt>
    <dgm:pt modelId="{4CA27A1A-C233-4092-82E3-1ADDC004E7B7}" type="sibTrans" cxnId="{EEB410E1-4280-4870-845C-17CA64A31AD0}">
      <dgm:prSet/>
      <dgm:spPr/>
      <dgm:t>
        <a:bodyPr/>
        <a:lstStyle/>
        <a:p>
          <a:endParaRPr lang="en-US"/>
        </a:p>
      </dgm:t>
    </dgm:pt>
    <dgm:pt modelId="{B20D0FE3-5D18-4336-BA72-C283FEE55917}">
      <dgm:prSet/>
      <dgm:spPr/>
      <dgm:t>
        <a:bodyPr/>
        <a:lstStyle/>
        <a:p>
          <a:r>
            <a:rPr lang="es-ES"/>
            <a:t>👩‍💻 </a:t>
          </a:r>
          <a:r>
            <a:rPr lang="es-ES" b="1"/>
            <a:t>Exportación a Python para estudiar estructuras sin hardware</a:t>
          </a:r>
          <a:r>
            <a:rPr lang="es-ES"/>
            <a:t>.</a:t>
          </a:r>
          <a:endParaRPr lang="en-US"/>
        </a:p>
      </dgm:t>
    </dgm:pt>
    <dgm:pt modelId="{DDEE6A51-2EDB-43DC-A68D-BA3F8D63CD0A}" type="parTrans" cxnId="{532127A8-F3C9-4162-8CB8-36923BE39015}">
      <dgm:prSet/>
      <dgm:spPr/>
      <dgm:t>
        <a:bodyPr/>
        <a:lstStyle/>
        <a:p>
          <a:endParaRPr lang="en-US"/>
        </a:p>
      </dgm:t>
    </dgm:pt>
    <dgm:pt modelId="{474979E8-8094-418E-B4FF-38122AA0F842}" type="sibTrans" cxnId="{532127A8-F3C9-4162-8CB8-36923BE39015}">
      <dgm:prSet/>
      <dgm:spPr/>
      <dgm:t>
        <a:bodyPr/>
        <a:lstStyle/>
        <a:p>
          <a:endParaRPr lang="en-US"/>
        </a:p>
      </dgm:t>
    </dgm:pt>
    <dgm:pt modelId="{7F6C86C2-5B85-44B7-99A6-7448CB069220}" type="pres">
      <dgm:prSet presAssocID="{AA80243A-3304-47AD-A87B-5E22ECDB2109}" presName="root" presStyleCnt="0">
        <dgm:presLayoutVars>
          <dgm:dir/>
          <dgm:resizeHandles val="exact"/>
        </dgm:presLayoutVars>
      </dgm:prSet>
      <dgm:spPr/>
    </dgm:pt>
    <dgm:pt modelId="{57B91ED8-B117-453A-8FAE-BA4A441EE591}" type="pres">
      <dgm:prSet presAssocID="{460716A9-7075-428B-BD00-1814DE6A2027}" presName="compNode" presStyleCnt="0"/>
      <dgm:spPr/>
    </dgm:pt>
    <dgm:pt modelId="{1741DD2B-344D-4063-8EFA-EA3CEA7801B3}" type="pres">
      <dgm:prSet presAssocID="{460716A9-7075-428B-BD00-1814DE6A2027}" presName="bgRect" presStyleLbl="bgShp" presStyleIdx="0" presStyleCnt="3"/>
      <dgm:spPr/>
    </dgm:pt>
    <dgm:pt modelId="{163C7D88-68AD-4972-B72D-5AD21C3EE7D9}" type="pres">
      <dgm:prSet presAssocID="{460716A9-7075-428B-BD00-1814DE6A202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78679E3-32CA-410D-A281-02840153DD13}" type="pres">
      <dgm:prSet presAssocID="{460716A9-7075-428B-BD00-1814DE6A2027}" presName="spaceRect" presStyleCnt="0"/>
      <dgm:spPr/>
    </dgm:pt>
    <dgm:pt modelId="{DDA25B54-113B-4445-9AC3-080AEDFD84AC}" type="pres">
      <dgm:prSet presAssocID="{460716A9-7075-428B-BD00-1814DE6A2027}" presName="parTx" presStyleLbl="revTx" presStyleIdx="0" presStyleCnt="3">
        <dgm:presLayoutVars>
          <dgm:chMax val="0"/>
          <dgm:chPref val="0"/>
        </dgm:presLayoutVars>
      </dgm:prSet>
      <dgm:spPr/>
    </dgm:pt>
    <dgm:pt modelId="{FB5F8DCF-22D1-483B-9BBF-000D47EED8AD}" type="pres">
      <dgm:prSet presAssocID="{D8E89BB3-1931-4804-9D6E-CB67956E754F}" presName="sibTrans" presStyleCnt="0"/>
      <dgm:spPr/>
    </dgm:pt>
    <dgm:pt modelId="{B352ED60-032A-4618-BCE7-1A33F653031D}" type="pres">
      <dgm:prSet presAssocID="{110FAA71-C0AF-476B-8E89-37DD7B55A60A}" presName="compNode" presStyleCnt="0"/>
      <dgm:spPr/>
    </dgm:pt>
    <dgm:pt modelId="{DA32440C-E7F1-44C1-BFF0-B8A470EBB1AA}" type="pres">
      <dgm:prSet presAssocID="{110FAA71-C0AF-476B-8E89-37DD7B55A60A}" presName="bgRect" presStyleLbl="bgShp" presStyleIdx="1" presStyleCnt="3"/>
      <dgm:spPr/>
    </dgm:pt>
    <dgm:pt modelId="{108C88F5-F171-4CD9-A9D4-A855F6DBD5AD}" type="pres">
      <dgm:prSet presAssocID="{110FAA71-C0AF-476B-8E89-37DD7B55A60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D97A488-4CAD-4E06-BC27-24010F516DAA}" type="pres">
      <dgm:prSet presAssocID="{110FAA71-C0AF-476B-8E89-37DD7B55A60A}" presName="spaceRect" presStyleCnt="0"/>
      <dgm:spPr/>
    </dgm:pt>
    <dgm:pt modelId="{D69B062F-B0CD-4942-9370-F87E27B794A2}" type="pres">
      <dgm:prSet presAssocID="{110FAA71-C0AF-476B-8E89-37DD7B55A60A}" presName="parTx" presStyleLbl="revTx" presStyleIdx="1" presStyleCnt="3">
        <dgm:presLayoutVars>
          <dgm:chMax val="0"/>
          <dgm:chPref val="0"/>
        </dgm:presLayoutVars>
      </dgm:prSet>
      <dgm:spPr/>
    </dgm:pt>
    <dgm:pt modelId="{D804F284-79AE-432A-B63A-5F1F42FB99FA}" type="pres">
      <dgm:prSet presAssocID="{4CA27A1A-C233-4092-82E3-1ADDC004E7B7}" presName="sibTrans" presStyleCnt="0"/>
      <dgm:spPr/>
    </dgm:pt>
    <dgm:pt modelId="{9693F66D-1A9D-4262-8B3F-F0B9751C9D07}" type="pres">
      <dgm:prSet presAssocID="{B20D0FE3-5D18-4336-BA72-C283FEE55917}" presName="compNode" presStyleCnt="0"/>
      <dgm:spPr/>
    </dgm:pt>
    <dgm:pt modelId="{E3CAC8DD-4FB7-425B-A7A7-0CC567736160}" type="pres">
      <dgm:prSet presAssocID="{B20D0FE3-5D18-4336-BA72-C283FEE55917}" presName="bgRect" presStyleLbl="bgShp" presStyleIdx="2" presStyleCnt="3"/>
      <dgm:spPr/>
    </dgm:pt>
    <dgm:pt modelId="{94E51913-5C5A-49D5-A07A-D9A7284C2AF0}" type="pres">
      <dgm:prSet presAssocID="{B20D0FE3-5D18-4336-BA72-C283FEE5591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74D077D2-9C19-45AE-BA82-40596E7171F9}" type="pres">
      <dgm:prSet presAssocID="{B20D0FE3-5D18-4336-BA72-C283FEE55917}" presName="spaceRect" presStyleCnt="0"/>
      <dgm:spPr/>
    </dgm:pt>
    <dgm:pt modelId="{B1B95E37-A97C-41F8-8F58-0427CC4B6503}" type="pres">
      <dgm:prSet presAssocID="{B20D0FE3-5D18-4336-BA72-C283FEE5591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E365257-0612-4E9F-9FBC-8089E4923E74}" type="presOf" srcId="{460716A9-7075-428B-BD00-1814DE6A2027}" destId="{DDA25B54-113B-4445-9AC3-080AEDFD84AC}" srcOrd="0" destOrd="0" presId="urn:microsoft.com/office/officeart/2018/2/layout/IconVerticalSolidList"/>
    <dgm:cxn modelId="{081C1486-B740-4B77-BB92-EF6C3535B3AA}" type="presOf" srcId="{B20D0FE3-5D18-4336-BA72-C283FEE55917}" destId="{B1B95E37-A97C-41F8-8F58-0427CC4B6503}" srcOrd="0" destOrd="0" presId="urn:microsoft.com/office/officeart/2018/2/layout/IconVerticalSolidList"/>
    <dgm:cxn modelId="{532127A8-F3C9-4162-8CB8-36923BE39015}" srcId="{AA80243A-3304-47AD-A87B-5E22ECDB2109}" destId="{B20D0FE3-5D18-4336-BA72-C283FEE55917}" srcOrd="2" destOrd="0" parTransId="{DDEE6A51-2EDB-43DC-A68D-BA3F8D63CD0A}" sibTransId="{474979E8-8094-418E-B4FF-38122AA0F842}"/>
    <dgm:cxn modelId="{66D3D2B2-A94E-4461-B809-CC82809BCCE8}" srcId="{AA80243A-3304-47AD-A87B-5E22ECDB2109}" destId="{460716A9-7075-428B-BD00-1814DE6A2027}" srcOrd="0" destOrd="0" parTransId="{2DE5C6D9-7EBA-4B26-A6C8-1282D421FC6A}" sibTransId="{D8E89BB3-1931-4804-9D6E-CB67956E754F}"/>
    <dgm:cxn modelId="{1DE61ED2-148D-40DF-B7EF-E17769E65BC6}" type="presOf" srcId="{AA80243A-3304-47AD-A87B-5E22ECDB2109}" destId="{7F6C86C2-5B85-44B7-99A6-7448CB069220}" srcOrd="0" destOrd="0" presId="urn:microsoft.com/office/officeart/2018/2/layout/IconVerticalSolidList"/>
    <dgm:cxn modelId="{EEB410E1-4280-4870-845C-17CA64A31AD0}" srcId="{AA80243A-3304-47AD-A87B-5E22ECDB2109}" destId="{110FAA71-C0AF-476B-8E89-37DD7B55A60A}" srcOrd="1" destOrd="0" parTransId="{02E92F26-6483-486B-96D5-58872DF1C3E0}" sibTransId="{4CA27A1A-C233-4092-82E3-1ADDC004E7B7}"/>
    <dgm:cxn modelId="{993438F2-98F0-49C4-BE7C-142B73A5AB73}" type="presOf" srcId="{110FAA71-C0AF-476B-8E89-37DD7B55A60A}" destId="{D69B062F-B0CD-4942-9370-F87E27B794A2}" srcOrd="0" destOrd="0" presId="urn:microsoft.com/office/officeart/2018/2/layout/IconVerticalSolidList"/>
    <dgm:cxn modelId="{221CDBE8-8BFE-4595-9D9F-B37A9BE0BEE8}" type="presParOf" srcId="{7F6C86C2-5B85-44B7-99A6-7448CB069220}" destId="{57B91ED8-B117-453A-8FAE-BA4A441EE591}" srcOrd="0" destOrd="0" presId="urn:microsoft.com/office/officeart/2018/2/layout/IconVerticalSolidList"/>
    <dgm:cxn modelId="{599D5515-8587-4427-B980-E5D10AF7737F}" type="presParOf" srcId="{57B91ED8-B117-453A-8FAE-BA4A441EE591}" destId="{1741DD2B-344D-4063-8EFA-EA3CEA7801B3}" srcOrd="0" destOrd="0" presId="urn:microsoft.com/office/officeart/2018/2/layout/IconVerticalSolidList"/>
    <dgm:cxn modelId="{4EBB7A54-7684-4D0D-85BC-2D5262212229}" type="presParOf" srcId="{57B91ED8-B117-453A-8FAE-BA4A441EE591}" destId="{163C7D88-68AD-4972-B72D-5AD21C3EE7D9}" srcOrd="1" destOrd="0" presId="urn:microsoft.com/office/officeart/2018/2/layout/IconVerticalSolidList"/>
    <dgm:cxn modelId="{A6E7D14B-FA8A-449F-A67E-88DBE8328F17}" type="presParOf" srcId="{57B91ED8-B117-453A-8FAE-BA4A441EE591}" destId="{578679E3-32CA-410D-A281-02840153DD13}" srcOrd="2" destOrd="0" presId="urn:microsoft.com/office/officeart/2018/2/layout/IconVerticalSolidList"/>
    <dgm:cxn modelId="{D87F6472-7F68-402E-81B9-0E82D47F0FBC}" type="presParOf" srcId="{57B91ED8-B117-453A-8FAE-BA4A441EE591}" destId="{DDA25B54-113B-4445-9AC3-080AEDFD84AC}" srcOrd="3" destOrd="0" presId="urn:microsoft.com/office/officeart/2018/2/layout/IconVerticalSolidList"/>
    <dgm:cxn modelId="{C3AFF9D7-2FBD-4E2B-88E6-71E44716F80E}" type="presParOf" srcId="{7F6C86C2-5B85-44B7-99A6-7448CB069220}" destId="{FB5F8DCF-22D1-483B-9BBF-000D47EED8AD}" srcOrd="1" destOrd="0" presId="urn:microsoft.com/office/officeart/2018/2/layout/IconVerticalSolidList"/>
    <dgm:cxn modelId="{68B89793-46A0-4F33-9CEE-1276A842893E}" type="presParOf" srcId="{7F6C86C2-5B85-44B7-99A6-7448CB069220}" destId="{B352ED60-032A-4618-BCE7-1A33F653031D}" srcOrd="2" destOrd="0" presId="urn:microsoft.com/office/officeart/2018/2/layout/IconVerticalSolidList"/>
    <dgm:cxn modelId="{947517D9-33BC-4E06-9CF1-BF0109649B36}" type="presParOf" srcId="{B352ED60-032A-4618-BCE7-1A33F653031D}" destId="{DA32440C-E7F1-44C1-BFF0-B8A470EBB1AA}" srcOrd="0" destOrd="0" presId="urn:microsoft.com/office/officeart/2018/2/layout/IconVerticalSolidList"/>
    <dgm:cxn modelId="{5F9E67F1-65CB-4B9E-A6A0-3298417DC7CB}" type="presParOf" srcId="{B352ED60-032A-4618-BCE7-1A33F653031D}" destId="{108C88F5-F171-4CD9-A9D4-A855F6DBD5AD}" srcOrd="1" destOrd="0" presId="urn:microsoft.com/office/officeart/2018/2/layout/IconVerticalSolidList"/>
    <dgm:cxn modelId="{543C92A2-9FCE-4B69-8C59-1A1718609710}" type="presParOf" srcId="{B352ED60-032A-4618-BCE7-1A33F653031D}" destId="{6D97A488-4CAD-4E06-BC27-24010F516DAA}" srcOrd="2" destOrd="0" presId="urn:microsoft.com/office/officeart/2018/2/layout/IconVerticalSolidList"/>
    <dgm:cxn modelId="{C34A22D0-BEF3-4486-8CF5-EF68FFEDC127}" type="presParOf" srcId="{B352ED60-032A-4618-BCE7-1A33F653031D}" destId="{D69B062F-B0CD-4942-9370-F87E27B794A2}" srcOrd="3" destOrd="0" presId="urn:microsoft.com/office/officeart/2018/2/layout/IconVerticalSolidList"/>
    <dgm:cxn modelId="{3FADF805-8D33-4ED6-B65D-91B4B8E77318}" type="presParOf" srcId="{7F6C86C2-5B85-44B7-99A6-7448CB069220}" destId="{D804F284-79AE-432A-B63A-5F1F42FB99FA}" srcOrd="3" destOrd="0" presId="urn:microsoft.com/office/officeart/2018/2/layout/IconVerticalSolidList"/>
    <dgm:cxn modelId="{63BAFDC5-78A9-4620-9ADD-7C7E0977CDA0}" type="presParOf" srcId="{7F6C86C2-5B85-44B7-99A6-7448CB069220}" destId="{9693F66D-1A9D-4262-8B3F-F0B9751C9D07}" srcOrd="4" destOrd="0" presId="urn:microsoft.com/office/officeart/2018/2/layout/IconVerticalSolidList"/>
    <dgm:cxn modelId="{E68DF9B0-79F8-460B-9356-849999D1EA29}" type="presParOf" srcId="{9693F66D-1A9D-4262-8B3F-F0B9751C9D07}" destId="{E3CAC8DD-4FB7-425B-A7A7-0CC567736160}" srcOrd="0" destOrd="0" presId="urn:microsoft.com/office/officeart/2018/2/layout/IconVerticalSolidList"/>
    <dgm:cxn modelId="{7BF4AC89-89F8-4391-B960-ACD8CF375BE2}" type="presParOf" srcId="{9693F66D-1A9D-4262-8B3F-F0B9751C9D07}" destId="{94E51913-5C5A-49D5-A07A-D9A7284C2AF0}" srcOrd="1" destOrd="0" presId="urn:microsoft.com/office/officeart/2018/2/layout/IconVerticalSolidList"/>
    <dgm:cxn modelId="{A4840234-02B4-4C9D-9E5D-AC805D8E1886}" type="presParOf" srcId="{9693F66D-1A9D-4262-8B3F-F0B9751C9D07}" destId="{74D077D2-9C19-45AE-BA82-40596E7171F9}" srcOrd="2" destOrd="0" presId="urn:microsoft.com/office/officeart/2018/2/layout/IconVerticalSolidList"/>
    <dgm:cxn modelId="{8961F911-1017-407B-9A17-A192A0C489B4}" type="presParOf" srcId="{9693F66D-1A9D-4262-8B3F-F0B9751C9D07}" destId="{B1B95E37-A97C-41F8-8F58-0427CC4B650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EE58BC-F7DD-4F0C-9F0F-3B9C094A72D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696A519-F301-4336-AA24-448FE9263909}">
      <dgm:prSet/>
      <dgm:spPr/>
      <dgm:t>
        <a:bodyPr/>
        <a:lstStyle/>
        <a:p>
          <a:r>
            <a:rPr lang="es-CL" b="1" i="0" baseline="0"/>
            <a:t>Programación visual</a:t>
          </a:r>
          <a:r>
            <a:rPr lang="es-CL" b="0" i="0" baseline="0"/>
            <a:t>: Interfaz de arrastrar y soltar bloques, facilitando el aprendizaje para principiantes.</a:t>
          </a:r>
          <a:endParaRPr lang="en-US"/>
        </a:p>
      </dgm:t>
    </dgm:pt>
    <dgm:pt modelId="{B025EBE8-86E4-43E4-8EB0-3592FC42E1A7}" type="parTrans" cxnId="{4BB1977B-CF40-4F81-B014-A75C3C74875C}">
      <dgm:prSet/>
      <dgm:spPr/>
      <dgm:t>
        <a:bodyPr/>
        <a:lstStyle/>
        <a:p>
          <a:endParaRPr lang="en-US"/>
        </a:p>
      </dgm:t>
    </dgm:pt>
    <dgm:pt modelId="{D4EA8B90-2AE5-493D-970F-3ABDFCC1BBDC}" type="sibTrans" cxnId="{4BB1977B-CF40-4F81-B014-A75C3C74875C}">
      <dgm:prSet/>
      <dgm:spPr/>
      <dgm:t>
        <a:bodyPr/>
        <a:lstStyle/>
        <a:p>
          <a:endParaRPr lang="en-US"/>
        </a:p>
      </dgm:t>
    </dgm:pt>
    <dgm:pt modelId="{8B1953B7-E86B-48C7-A7A0-ABBE76BE0109}">
      <dgm:prSet/>
      <dgm:spPr/>
      <dgm:t>
        <a:bodyPr/>
        <a:lstStyle/>
        <a:p>
          <a:r>
            <a:rPr lang="es-CL" b="1" i="0" baseline="0"/>
            <a:t>Compatibilidad multiplataforma</a:t>
          </a:r>
          <a:r>
            <a:rPr lang="es-CL" b="0" i="0" baseline="0"/>
            <a:t>: Disponible para Windows, macOS y Linux.</a:t>
          </a:r>
          <a:endParaRPr lang="en-US"/>
        </a:p>
      </dgm:t>
    </dgm:pt>
    <dgm:pt modelId="{EB7E1C0E-F008-476B-BCE9-4D2B11188DC8}" type="parTrans" cxnId="{2076C367-D3E5-4942-ADBA-3A7451060F15}">
      <dgm:prSet/>
      <dgm:spPr/>
      <dgm:t>
        <a:bodyPr/>
        <a:lstStyle/>
        <a:p>
          <a:endParaRPr lang="en-US"/>
        </a:p>
      </dgm:t>
    </dgm:pt>
    <dgm:pt modelId="{F9D8F55E-7D3D-455D-9B27-2B5C905CB436}" type="sibTrans" cxnId="{2076C367-D3E5-4942-ADBA-3A7451060F15}">
      <dgm:prSet/>
      <dgm:spPr/>
      <dgm:t>
        <a:bodyPr/>
        <a:lstStyle/>
        <a:p>
          <a:endParaRPr lang="en-US"/>
        </a:p>
      </dgm:t>
    </dgm:pt>
    <dgm:pt modelId="{F4CC4C4B-6692-4C8C-8C10-ACDEAF824529}">
      <dgm:prSet/>
      <dgm:spPr/>
      <dgm:t>
        <a:bodyPr/>
        <a:lstStyle/>
        <a:p>
          <a:r>
            <a:rPr lang="es-CL" b="1" i="0" baseline="0"/>
            <a:t>Conexión versátil</a:t>
          </a:r>
          <a:r>
            <a:rPr lang="es-CL" b="0" i="0" baseline="0"/>
            <a:t>: Soporta conexiones por cable y Bluetooth.</a:t>
          </a:r>
          <a:endParaRPr lang="en-US"/>
        </a:p>
      </dgm:t>
    </dgm:pt>
    <dgm:pt modelId="{16B10DBD-37F1-4A69-A620-219CD0943DB1}" type="parTrans" cxnId="{91EFD689-7B91-44F5-B8A1-48C8851FE706}">
      <dgm:prSet/>
      <dgm:spPr/>
      <dgm:t>
        <a:bodyPr/>
        <a:lstStyle/>
        <a:p>
          <a:endParaRPr lang="en-US"/>
        </a:p>
      </dgm:t>
    </dgm:pt>
    <dgm:pt modelId="{A62BB59A-68D0-4AFE-8149-F48D936C68FB}" type="sibTrans" cxnId="{91EFD689-7B91-44F5-B8A1-48C8851FE706}">
      <dgm:prSet/>
      <dgm:spPr/>
      <dgm:t>
        <a:bodyPr/>
        <a:lstStyle/>
        <a:p>
          <a:endParaRPr lang="en-US"/>
        </a:p>
      </dgm:t>
    </dgm:pt>
    <dgm:pt modelId="{71B16229-2974-40B8-82E7-75FE42DE145C}">
      <dgm:prSet/>
      <dgm:spPr/>
      <dgm:t>
        <a:bodyPr/>
        <a:lstStyle/>
        <a:p>
          <a:r>
            <a:rPr lang="es-CL" b="1" i="0" baseline="0"/>
            <a:t>Generación de código Python</a:t>
          </a:r>
          <a:r>
            <a:rPr lang="es-CL" b="0" i="0" baseline="0"/>
            <a:t>: Permite ver y exportar el código Python generado, facilitando la transición a programación textual.</a:t>
          </a:r>
          <a:endParaRPr lang="en-US"/>
        </a:p>
      </dgm:t>
    </dgm:pt>
    <dgm:pt modelId="{3BB8B5AB-D866-418E-874C-074F85B3C7E2}" type="parTrans" cxnId="{3D4C8AB1-68E4-4A23-A643-F07F95C86B22}">
      <dgm:prSet/>
      <dgm:spPr/>
      <dgm:t>
        <a:bodyPr/>
        <a:lstStyle/>
        <a:p>
          <a:endParaRPr lang="en-US"/>
        </a:p>
      </dgm:t>
    </dgm:pt>
    <dgm:pt modelId="{E77AA366-0FE1-4DD5-B9B5-7E90C9801CA4}" type="sibTrans" cxnId="{3D4C8AB1-68E4-4A23-A643-F07F95C86B22}">
      <dgm:prSet/>
      <dgm:spPr/>
      <dgm:t>
        <a:bodyPr/>
        <a:lstStyle/>
        <a:p>
          <a:endParaRPr lang="en-US"/>
        </a:p>
      </dgm:t>
    </dgm:pt>
    <dgm:pt modelId="{617D3FBA-D529-4B4D-961A-B7D87672D4B2}">
      <dgm:prSet/>
      <dgm:spPr/>
      <dgm:t>
        <a:bodyPr/>
        <a:lstStyle/>
        <a:p>
          <a:r>
            <a:rPr lang="es-CL" b="1" i="0" baseline="0"/>
            <a:t>Integración con sensores</a:t>
          </a:r>
          <a:r>
            <a:rPr lang="es-CL" b="0" i="0" baseline="0"/>
            <a:t>: Compatible con sensores como ultrasonido, luz, PIR, entre otros</a:t>
          </a:r>
          <a:endParaRPr lang="en-US"/>
        </a:p>
      </dgm:t>
    </dgm:pt>
    <dgm:pt modelId="{83CAE871-28B4-4AE6-96A6-D6F003E73D5E}" type="parTrans" cxnId="{463865DD-25E0-41B0-AB75-E59E1CDD6FFF}">
      <dgm:prSet/>
      <dgm:spPr/>
      <dgm:t>
        <a:bodyPr/>
        <a:lstStyle/>
        <a:p>
          <a:endParaRPr lang="en-US"/>
        </a:p>
      </dgm:t>
    </dgm:pt>
    <dgm:pt modelId="{CDACC9EA-07A7-4377-8674-143BD85C811F}" type="sibTrans" cxnId="{463865DD-25E0-41B0-AB75-E59E1CDD6FFF}">
      <dgm:prSet/>
      <dgm:spPr/>
      <dgm:t>
        <a:bodyPr/>
        <a:lstStyle/>
        <a:p>
          <a:endParaRPr lang="en-US"/>
        </a:p>
      </dgm:t>
    </dgm:pt>
    <dgm:pt modelId="{7F2EB655-CABD-42CD-8BF6-02547FE598AD}" type="pres">
      <dgm:prSet presAssocID="{50EE58BC-F7DD-4F0C-9F0F-3B9C094A72DA}" presName="linear" presStyleCnt="0">
        <dgm:presLayoutVars>
          <dgm:animLvl val="lvl"/>
          <dgm:resizeHandles val="exact"/>
        </dgm:presLayoutVars>
      </dgm:prSet>
      <dgm:spPr/>
    </dgm:pt>
    <dgm:pt modelId="{C50AC290-6114-42C6-B36B-6B82704E269E}" type="pres">
      <dgm:prSet presAssocID="{6696A519-F301-4336-AA24-448FE926390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09C25A1-46FC-4CD9-8B62-96D5EA356B00}" type="pres">
      <dgm:prSet presAssocID="{D4EA8B90-2AE5-493D-970F-3ABDFCC1BBDC}" presName="spacer" presStyleCnt="0"/>
      <dgm:spPr/>
    </dgm:pt>
    <dgm:pt modelId="{53C946B0-03E9-45E8-B4D5-CB5D2F4F71E3}" type="pres">
      <dgm:prSet presAssocID="{8B1953B7-E86B-48C7-A7A0-ABBE76BE010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2B1595F-A40F-4791-BBE8-CE6026CCE66D}" type="pres">
      <dgm:prSet presAssocID="{F9D8F55E-7D3D-455D-9B27-2B5C905CB436}" presName="spacer" presStyleCnt="0"/>
      <dgm:spPr/>
    </dgm:pt>
    <dgm:pt modelId="{CC9A480E-B8B6-4E02-A9BB-3BDF7A92C7A8}" type="pres">
      <dgm:prSet presAssocID="{F4CC4C4B-6692-4C8C-8C10-ACDEAF82452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2CBDE3F-FDC3-4ED7-B1DF-A882B7C7BF34}" type="pres">
      <dgm:prSet presAssocID="{A62BB59A-68D0-4AFE-8149-F48D936C68FB}" presName="spacer" presStyleCnt="0"/>
      <dgm:spPr/>
    </dgm:pt>
    <dgm:pt modelId="{2C2D5A73-E291-4A7F-BF9C-958D4DA8A178}" type="pres">
      <dgm:prSet presAssocID="{71B16229-2974-40B8-82E7-75FE42DE145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311F3D8-005A-45B3-B40E-9EBDD622F6AB}" type="pres">
      <dgm:prSet presAssocID="{E77AA366-0FE1-4DD5-B9B5-7E90C9801CA4}" presName="spacer" presStyleCnt="0"/>
      <dgm:spPr/>
    </dgm:pt>
    <dgm:pt modelId="{0F0007B5-408B-4926-919F-DC3287B06EEB}" type="pres">
      <dgm:prSet presAssocID="{617D3FBA-D529-4B4D-961A-B7D87672D4B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BBB4524-058D-45AC-9165-14DFC15743DD}" type="presOf" srcId="{71B16229-2974-40B8-82E7-75FE42DE145C}" destId="{2C2D5A73-E291-4A7F-BF9C-958D4DA8A178}" srcOrd="0" destOrd="0" presId="urn:microsoft.com/office/officeart/2005/8/layout/vList2"/>
    <dgm:cxn modelId="{822F2464-72ED-4752-9001-A0AD5C4935A7}" type="presOf" srcId="{617D3FBA-D529-4B4D-961A-B7D87672D4B2}" destId="{0F0007B5-408B-4926-919F-DC3287B06EEB}" srcOrd="0" destOrd="0" presId="urn:microsoft.com/office/officeart/2005/8/layout/vList2"/>
    <dgm:cxn modelId="{2076C367-D3E5-4942-ADBA-3A7451060F15}" srcId="{50EE58BC-F7DD-4F0C-9F0F-3B9C094A72DA}" destId="{8B1953B7-E86B-48C7-A7A0-ABBE76BE0109}" srcOrd="1" destOrd="0" parTransId="{EB7E1C0E-F008-476B-BCE9-4D2B11188DC8}" sibTransId="{F9D8F55E-7D3D-455D-9B27-2B5C905CB436}"/>
    <dgm:cxn modelId="{4BB1977B-CF40-4F81-B014-A75C3C74875C}" srcId="{50EE58BC-F7DD-4F0C-9F0F-3B9C094A72DA}" destId="{6696A519-F301-4336-AA24-448FE9263909}" srcOrd="0" destOrd="0" parTransId="{B025EBE8-86E4-43E4-8EB0-3592FC42E1A7}" sibTransId="{D4EA8B90-2AE5-493D-970F-3ABDFCC1BBDC}"/>
    <dgm:cxn modelId="{52A6497D-1EC2-4627-8040-62AA752DD1E1}" type="presOf" srcId="{50EE58BC-F7DD-4F0C-9F0F-3B9C094A72DA}" destId="{7F2EB655-CABD-42CD-8BF6-02547FE598AD}" srcOrd="0" destOrd="0" presId="urn:microsoft.com/office/officeart/2005/8/layout/vList2"/>
    <dgm:cxn modelId="{EBB9A981-8528-4530-B170-B7BA7C9F73D7}" type="presOf" srcId="{6696A519-F301-4336-AA24-448FE9263909}" destId="{C50AC290-6114-42C6-B36B-6B82704E269E}" srcOrd="0" destOrd="0" presId="urn:microsoft.com/office/officeart/2005/8/layout/vList2"/>
    <dgm:cxn modelId="{91EFD689-7B91-44F5-B8A1-48C8851FE706}" srcId="{50EE58BC-F7DD-4F0C-9F0F-3B9C094A72DA}" destId="{F4CC4C4B-6692-4C8C-8C10-ACDEAF824529}" srcOrd="2" destOrd="0" parTransId="{16B10DBD-37F1-4A69-A620-219CD0943DB1}" sibTransId="{A62BB59A-68D0-4AFE-8149-F48D936C68FB}"/>
    <dgm:cxn modelId="{3D4C8AB1-68E4-4A23-A643-F07F95C86B22}" srcId="{50EE58BC-F7DD-4F0C-9F0F-3B9C094A72DA}" destId="{71B16229-2974-40B8-82E7-75FE42DE145C}" srcOrd="3" destOrd="0" parTransId="{3BB8B5AB-D866-418E-874C-074F85B3C7E2}" sibTransId="{E77AA366-0FE1-4DD5-B9B5-7E90C9801CA4}"/>
    <dgm:cxn modelId="{D8EE92C1-46BB-4AB2-9143-8F4498878C0A}" type="presOf" srcId="{8B1953B7-E86B-48C7-A7A0-ABBE76BE0109}" destId="{53C946B0-03E9-45E8-B4D5-CB5D2F4F71E3}" srcOrd="0" destOrd="0" presId="urn:microsoft.com/office/officeart/2005/8/layout/vList2"/>
    <dgm:cxn modelId="{463865DD-25E0-41B0-AB75-E59E1CDD6FFF}" srcId="{50EE58BC-F7DD-4F0C-9F0F-3B9C094A72DA}" destId="{617D3FBA-D529-4B4D-961A-B7D87672D4B2}" srcOrd="4" destOrd="0" parTransId="{83CAE871-28B4-4AE6-96A6-D6F003E73D5E}" sibTransId="{CDACC9EA-07A7-4377-8674-143BD85C811F}"/>
    <dgm:cxn modelId="{59E54BE0-A757-41CA-BCB7-4E2981AB5448}" type="presOf" srcId="{F4CC4C4B-6692-4C8C-8C10-ACDEAF824529}" destId="{CC9A480E-B8B6-4E02-A9BB-3BDF7A92C7A8}" srcOrd="0" destOrd="0" presId="urn:microsoft.com/office/officeart/2005/8/layout/vList2"/>
    <dgm:cxn modelId="{5650B923-119E-4A4C-8ABB-E2F31EC056E4}" type="presParOf" srcId="{7F2EB655-CABD-42CD-8BF6-02547FE598AD}" destId="{C50AC290-6114-42C6-B36B-6B82704E269E}" srcOrd="0" destOrd="0" presId="urn:microsoft.com/office/officeart/2005/8/layout/vList2"/>
    <dgm:cxn modelId="{029D8724-531B-4C9C-B469-D5C9C3F5C2A1}" type="presParOf" srcId="{7F2EB655-CABD-42CD-8BF6-02547FE598AD}" destId="{D09C25A1-46FC-4CD9-8B62-96D5EA356B00}" srcOrd="1" destOrd="0" presId="urn:microsoft.com/office/officeart/2005/8/layout/vList2"/>
    <dgm:cxn modelId="{B493F1A5-AFC3-4D41-9E9B-BBCBFB775125}" type="presParOf" srcId="{7F2EB655-CABD-42CD-8BF6-02547FE598AD}" destId="{53C946B0-03E9-45E8-B4D5-CB5D2F4F71E3}" srcOrd="2" destOrd="0" presId="urn:microsoft.com/office/officeart/2005/8/layout/vList2"/>
    <dgm:cxn modelId="{ECAEAE50-E6A6-4851-84F3-6ACC819F2D6D}" type="presParOf" srcId="{7F2EB655-CABD-42CD-8BF6-02547FE598AD}" destId="{E2B1595F-A40F-4791-BBE8-CE6026CCE66D}" srcOrd="3" destOrd="0" presId="urn:microsoft.com/office/officeart/2005/8/layout/vList2"/>
    <dgm:cxn modelId="{AC2538C6-32C5-4BC6-BFE4-9899C03D3ED6}" type="presParOf" srcId="{7F2EB655-CABD-42CD-8BF6-02547FE598AD}" destId="{CC9A480E-B8B6-4E02-A9BB-3BDF7A92C7A8}" srcOrd="4" destOrd="0" presId="urn:microsoft.com/office/officeart/2005/8/layout/vList2"/>
    <dgm:cxn modelId="{FFBFDAF2-9BD6-4FE6-84BE-910109E595C6}" type="presParOf" srcId="{7F2EB655-CABD-42CD-8BF6-02547FE598AD}" destId="{B2CBDE3F-FDC3-4ED7-B1DF-A882B7C7BF34}" srcOrd="5" destOrd="0" presId="urn:microsoft.com/office/officeart/2005/8/layout/vList2"/>
    <dgm:cxn modelId="{EE62B08D-F671-4259-8FF1-B4896CD39290}" type="presParOf" srcId="{7F2EB655-CABD-42CD-8BF6-02547FE598AD}" destId="{2C2D5A73-E291-4A7F-BF9C-958D4DA8A178}" srcOrd="6" destOrd="0" presId="urn:microsoft.com/office/officeart/2005/8/layout/vList2"/>
    <dgm:cxn modelId="{EFB1879B-207D-43B8-9FF5-D8957839E711}" type="presParOf" srcId="{7F2EB655-CABD-42CD-8BF6-02547FE598AD}" destId="{7311F3D8-005A-45B3-B40E-9EBDD622F6AB}" srcOrd="7" destOrd="0" presId="urn:microsoft.com/office/officeart/2005/8/layout/vList2"/>
    <dgm:cxn modelId="{376B1698-A771-426B-9E86-EBC9DC076562}" type="presParOf" srcId="{7F2EB655-CABD-42CD-8BF6-02547FE598AD}" destId="{0F0007B5-408B-4926-919F-DC3287B06EE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6C34834-1A96-4252-A015-6AC8486BBDFD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B8D1BB75-AF3A-4C7C-BD30-6EF6D9A5FFB6}">
      <dgm:prSet/>
      <dgm:spPr/>
      <dgm:t>
        <a:bodyPr/>
        <a:lstStyle/>
        <a:p>
          <a:r>
            <a:rPr lang="es-CL" b="1" i="0" baseline="0"/>
            <a:t>Mind+</a:t>
          </a:r>
          <a:r>
            <a:rPr lang="es-CL" b="0" i="0" baseline="0"/>
            <a:t>: Entorno de programación necesario para utilizar Petoi Coding Blocks.</a:t>
          </a:r>
          <a:endParaRPr lang="en-US"/>
        </a:p>
      </dgm:t>
    </dgm:pt>
    <dgm:pt modelId="{B00CB149-EEC3-4494-B02E-E8A3E3919FF0}" type="parTrans" cxnId="{3A3EBF39-57C0-4A45-B376-4F8F55AE36DD}">
      <dgm:prSet/>
      <dgm:spPr/>
      <dgm:t>
        <a:bodyPr/>
        <a:lstStyle/>
        <a:p>
          <a:endParaRPr lang="en-US"/>
        </a:p>
      </dgm:t>
    </dgm:pt>
    <dgm:pt modelId="{A330C8AB-68AD-444C-A78E-80CB842FC436}" type="sibTrans" cxnId="{3A3EBF39-57C0-4A45-B376-4F8F55AE36DD}">
      <dgm:prSet/>
      <dgm:spPr/>
      <dgm:t>
        <a:bodyPr/>
        <a:lstStyle/>
        <a:p>
          <a:endParaRPr lang="en-US"/>
        </a:p>
      </dgm:t>
    </dgm:pt>
    <dgm:pt modelId="{C87FC093-9B00-490C-9E38-0FAA26895268}">
      <dgm:prSet/>
      <dgm:spPr/>
      <dgm:t>
        <a:bodyPr/>
        <a:lstStyle/>
        <a:p>
          <a:r>
            <a:rPr lang="es-CL" b="0" i="0" baseline="0"/>
            <a:t>Descarga desde: </a:t>
          </a:r>
          <a:r>
            <a:rPr lang="es-CL" b="0" i="0" baseline="0">
              <a:hlinkClick xmlns:r="http://schemas.openxmlformats.org/officeDocument/2006/relationships" r:id="rId1"/>
            </a:rPr>
            <a:t>https://mindplus.cc/download-en.html</a:t>
          </a:r>
          <a:endParaRPr lang="en-US"/>
        </a:p>
      </dgm:t>
    </dgm:pt>
    <dgm:pt modelId="{9ACEE735-4AEE-4DD5-8FA5-B6E95510079A}" type="parTrans" cxnId="{7EE98B77-5D7A-4AE3-8326-F94557CF003D}">
      <dgm:prSet/>
      <dgm:spPr/>
      <dgm:t>
        <a:bodyPr/>
        <a:lstStyle/>
        <a:p>
          <a:endParaRPr lang="en-US"/>
        </a:p>
      </dgm:t>
    </dgm:pt>
    <dgm:pt modelId="{4FD643CE-DBC4-4F1A-BAC0-0FD4BCF28664}" type="sibTrans" cxnId="{7EE98B77-5D7A-4AE3-8326-F94557CF003D}">
      <dgm:prSet/>
      <dgm:spPr/>
      <dgm:t>
        <a:bodyPr/>
        <a:lstStyle/>
        <a:p>
          <a:endParaRPr lang="en-US"/>
        </a:p>
      </dgm:t>
    </dgm:pt>
    <dgm:pt modelId="{437EBDE0-3FD0-4192-B470-4BFB33A5BDBC}">
      <dgm:prSet/>
      <dgm:spPr/>
      <dgm:t>
        <a:bodyPr/>
        <a:lstStyle/>
        <a:p>
          <a:r>
            <a:rPr lang="es-CL" b="1" i="0" baseline="0"/>
            <a:t>Extensión de Petoi</a:t>
          </a:r>
          <a:r>
            <a:rPr lang="es-CL" b="0" i="0" baseline="0"/>
            <a:t>: Importar la biblioteca de extensión de Petoi en Mind+.</a:t>
          </a:r>
          <a:endParaRPr lang="en-US"/>
        </a:p>
      </dgm:t>
    </dgm:pt>
    <dgm:pt modelId="{6C247CDB-4480-4C3E-B03E-175FD7E99E4C}" type="parTrans" cxnId="{EE1B98FD-CE89-4881-A2A6-902AF03549D6}">
      <dgm:prSet/>
      <dgm:spPr/>
      <dgm:t>
        <a:bodyPr/>
        <a:lstStyle/>
        <a:p>
          <a:endParaRPr lang="en-US"/>
        </a:p>
      </dgm:t>
    </dgm:pt>
    <dgm:pt modelId="{DD5518CB-EC13-46F4-A07E-4E6E58998A2E}" type="sibTrans" cxnId="{EE1B98FD-CE89-4881-A2A6-902AF03549D6}">
      <dgm:prSet/>
      <dgm:spPr/>
      <dgm:t>
        <a:bodyPr/>
        <a:lstStyle/>
        <a:p>
          <a:endParaRPr lang="en-US"/>
        </a:p>
      </dgm:t>
    </dgm:pt>
    <dgm:pt modelId="{B34BB079-A7BE-4067-B08E-BB101D1D1652}">
      <dgm:prSet/>
      <dgm:spPr/>
      <dgm:t>
        <a:bodyPr/>
        <a:lstStyle/>
        <a:p>
          <a:r>
            <a:rPr lang="es-CL" b="0" i="0" baseline="0"/>
            <a:t>Instrucciones detalladas: </a:t>
          </a:r>
          <a:r>
            <a:rPr lang="es-CL" b="0" i="0" baseline="0">
              <a:hlinkClick xmlns:r="http://schemas.openxmlformats.org/officeDocument/2006/relationships" r:id="rId2"/>
            </a:rPr>
            <a:t>https://docs.petoi.com/block-based-programming/petoi-coding-blocks</a:t>
          </a:r>
          <a:r>
            <a:rPr lang="es-CL" b="0" i="0" baseline="0"/>
            <a:t>​</a:t>
          </a:r>
          <a:endParaRPr lang="en-US"/>
        </a:p>
      </dgm:t>
    </dgm:pt>
    <dgm:pt modelId="{B819683E-EC7B-4376-BB63-71F9F7EEE50A}" type="parTrans" cxnId="{AAFE7CA9-B5F9-40B1-95F6-D9E35A3A601B}">
      <dgm:prSet/>
      <dgm:spPr/>
      <dgm:t>
        <a:bodyPr/>
        <a:lstStyle/>
        <a:p>
          <a:endParaRPr lang="en-US"/>
        </a:p>
      </dgm:t>
    </dgm:pt>
    <dgm:pt modelId="{60D6469B-55FE-42A0-BE4E-9AADE9CB5AFD}" type="sibTrans" cxnId="{AAFE7CA9-B5F9-40B1-95F6-D9E35A3A601B}">
      <dgm:prSet/>
      <dgm:spPr/>
      <dgm:t>
        <a:bodyPr/>
        <a:lstStyle/>
        <a:p>
          <a:endParaRPr lang="en-US"/>
        </a:p>
      </dgm:t>
    </dgm:pt>
    <dgm:pt modelId="{9DC6085A-4812-44DA-A26D-3B3666445EED}" type="pres">
      <dgm:prSet presAssocID="{E6C34834-1A96-4252-A015-6AC8486BBDFD}" presName="vert0" presStyleCnt="0">
        <dgm:presLayoutVars>
          <dgm:dir/>
          <dgm:animOne val="branch"/>
          <dgm:animLvl val="lvl"/>
        </dgm:presLayoutVars>
      </dgm:prSet>
      <dgm:spPr/>
    </dgm:pt>
    <dgm:pt modelId="{94039170-A44D-46DA-ACCF-B87838FB9205}" type="pres">
      <dgm:prSet presAssocID="{B8D1BB75-AF3A-4C7C-BD30-6EF6D9A5FFB6}" presName="thickLine" presStyleLbl="alignNode1" presStyleIdx="0" presStyleCnt="4"/>
      <dgm:spPr/>
    </dgm:pt>
    <dgm:pt modelId="{E7B058FA-7124-4817-90E7-CD945FE4212F}" type="pres">
      <dgm:prSet presAssocID="{B8D1BB75-AF3A-4C7C-BD30-6EF6D9A5FFB6}" presName="horz1" presStyleCnt="0"/>
      <dgm:spPr/>
    </dgm:pt>
    <dgm:pt modelId="{AF6F706F-22CA-4401-8797-E957A04B26FE}" type="pres">
      <dgm:prSet presAssocID="{B8D1BB75-AF3A-4C7C-BD30-6EF6D9A5FFB6}" presName="tx1" presStyleLbl="revTx" presStyleIdx="0" presStyleCnt="4"/>
      <dgm:spPr/>
    </dgm:pt>
    <dgm:pt modelId="{EB83C60D-ED6D-4B52-9F2F-DD620A362EF5}" type="pres">
      <dgm:prSet presAssocID="{B8D1BB75-AF3A-4C7C-BD30-6EF6D9A5FFB6}" presName="vert1" presStyleCnt="0"/>
      <dgm:spPr/>
    </dgm:pt>
    <dgm:pt modelId="{A36EFEC8-A535-43BE-BC04-35C5D5BA988A}" type="pres">
      <dgm:prSet presAssocID="{C87FC093-9B00-490C-9E38-0FAA26895268}" presName="thickLine" presStyleLbl="alignNode1" presStyleIdx="1" presStyleCnt="4"/>
      <dgm:spPr/>
    </dgm:pt>
    <dgm:pt modelId="{31BB5BE8-066A-4156-88F9-CE4176BF17BD}" type="pres">
      <dgm:prSet presAssocID="{C87FC093-9B00-490C-9E38-0FAA26895268}" presName="horz1" presStyleCnt="0"/>
      <dgm:spPr/>
    </dgm:pt>
    <dgm:pt modelId="{71FE2A4C-551E-427C-9784-EC88392A692E}" type="pres">
      <dgm:prSet presAssocID="{C87FC093-9B00-490C-9E38-0FAA26895268}" presName="tx1" presStyleLbl="revTx" presStyleIdx="1" presStyleCnt="4"/>
      <dgm:spPr/>
    </dgm:pt>
    <dgm:pt modelId="{55B81141-8ACF-4BBE-AEC5-A969C98658F1}" type="pres">
      <dgm:prSet presAssocID="{C87FC093-9B00-490C-9E38-0FAA26895268}" presName="vert1" presStyleCnt="0"/>
      <dgm:spPr/>
    </dgm:pt>
    <dgm:pt modelId="{07876D5C-15A7-4868-A437-681AE26BBEF7}" type="pres">
      <dgm:prSet presAssocID="{437EBDE0-3FD0-4192-B470-4BFB33A5BDBC}" presName="thickLine" presStyleLbl="alignNode1" presStyleIdx="2" presStyleCnt="4"/>
      <dgm:spPr/>
    </dgm:pt>
    <dgm:pt modelId="{56A88E4F-425D-4F9D-AA20-0A4C60E38214}" type="pres">
      <dgm:prSet presAssocID="{437EBDE0-3FD0-4192-B470-4BFB33A5BDBC}" presName="horz1" presStyleCnt="0"/>
      <dgm:spPr/>
    </dgm:pt>
    <dgm:pt modelId="{FEA6E1B7-9FDB-433C-9DD6-A45CD2E1A9D0}" type="pres">
      <dgm:prSet presAssocID="{437EBDE0-3FD0-4192-B470-4BFB33A5BDBC}" presName="tx1" presStyleLbl="revTx" presStyleIdx="2" presStyleCnt="4"/>
      <dgm:spPr/>
    </dgm:pt>
    <dgm:pt modelId="{39B5737D-EACD-40ED-839D-59BE64329E9F}" type="pres">
      <dgm:prSet presAssocID="{437EBDE0-3FD0-4192-B470-4BFB33A5BDBC}" presName="vert1" presStyleCnt="0"/>
      <dgm:spPr/>
    </dgm:pt>
    <dgm:pt modelId="{409E7E23-0923-41CD-8FF8-B04BD0D13891}" type="pres">
      <dgm:prSet presAssocID="{B34BB079-A7BE-4067-B08E-BB101D1D1652}" presName="thickLine" presStyleLbl="alignNode1" presStyleIdx="3" presStyleCnt="4"/>
      <dgm:spPr/>
    </dgm:pt>
    <dgm:pt modelId="{04B6E728-9AD7-432B-8658-5E30EDD32A95}" type="pres">
      <dgm:prSet presAssocID="{B34BB079-A7BE-4067-B08E-BB101D1D1652}" presName="horz1" presStyleCnt="0"/>
      <dgm:spPr/>
    </dgm:pt>
    <dgm:pt modelId="{6F44B4A3-E9A7-49B7-9611-292DB2463744}" type="pres">
      <dgm:prSet presAssocID="{B34BB079-A7BE-4067-B08E-BB101D1D1652}" presName="tx1" presStyleLbl="revTx" presStyleIdx="3" presStyleCnt="4"/>
      <dgm:spPr/>
    </dgm:pt>
    <dgm:pt modelId="{5016C2D4-131F-4443-9504-23F96B5C74F4}" type="pres">
      <dgm:prSet presAssocID="{B34BB079-A7BE-4067-B08E-BB101D1D1652}" presName="vert1" presStyleCnt="0"/>
      <dgm:spPr/>
    </dgm:pt>
  </dgm:ptLst>
  <dgm:cxnLst>
    <dgm:cxn modelId="{3A3EBF39-57C0-4A45-B376-4F8F55AE36DD}" srcId="{E6C34834-1A96-4252-A015-6AC8486BBDFD}" destId="{B8D1BB75-AF3A-4C7C-BD30-6EF6D9A5FFB6}" srcOrd="0" destOrd="0" parTransId="{B00CB149-EEC3-4494-B02E-E8A3E3919FF0}" sibTransId="{A330C8AB-68AD-444C-A78E-80CB842FC436}"/>
    <dgm:cxn modelId="{9CA29773-B04B-4683-90D1-60E5119F88C5}" type="presOf" srcId="{B34BB079-A7BE-4067-B08E-BB101D1D1652}" destId="{6F44B4A3-E9A7-49B7-9611-292DB2463744}" srcOrd="0" destOrd="0" presId="urn:microsoft.com/office/officeart/2008/layout/LinedList"/>
    <dgm:cxn modelId="{E723FE56-0861-4476-895E-14181F7A3A57}" type="presOf" srcId="{B8D1BB75-AF3A-4C7C-BD30-6EF6D9A5FFB6}" destId="{AF6F706F-22CA-4401-8797-E957A04B26FE}" srcOrd="0" destOrd="0" presId="urn:microsoft.com/office/officeart/2008/layout/LinedList"/>
    <dgm:cxn modelId="{7EE98B77-5D7A-4AE3-8326-F94557CF003D}" srcId="{E6C34834-1A96-4252-A015-6AC8486BBDFD}" destId="{C87FC093-9B00-490C-9E38-0FAA26895268}" srcOrd="1" destOrd="0" parTransId="{9ACEE735-4AEE-4DD5-8FA5-B6E95510079A}" sibTransId="{4FD643CE-DBC4-4F1A-BAC0-0FD4BCF28664}"/>
    <dgm:cxn modelId="{AAFE7CA9-B5F9-40B1-95F6-D9E35A3A601B}" srcId="{E6C34834-1A96-4252-A015-6AC8486BBDFD}" destId="{B34BB079-A7BE-4067-B08E-BB101D1D1652}" srcOrd="3" destOrd="0" parTransId="{B819683E-EC7B-4376-BB63-71F9F7EEE50A}" sibTransId="{60D6469B-55FE-42A0-BE4E-9AADE9CB5AFD}"/>
    <dgm:cxn modelId="{D18620B4-1B00-4F6A-8DED-88885E0D90A8}" type="presOf" srcId="{437EBDE0-3FD0-4192-B470-4BFB33A5BDBC}" destId="{FEA6E1B7-9FDB-433C-9DD6-A45CD2E1A9D0}" srcOrd="0" destOrd="0" presId="urn:microsoft.com/office/officeart/2008/layout/LinedList"/>
    <dgm:cxn modelId="{FD4634CA-94A3-4C1D-9D9A-F2A5AE83051D}" type="presOf" srcId="{C87FC093-9B00-490C-9E38-0FAA26895268}" destId="{71FE2A4C-551E-427C-9784-EC88392A692E}" srcOrd="0" destOrd="0" presId="urn:microsoft.com/office/officeart/2008/layout/LinedList"/>
    <dgm:cxn modelId="{52CA21E9-0B2F-4B75-9DB3-B25447C9D63B}" type="presOf" srcId="{E6C34834-1A96-4252-A015-6AC8486BBDFD}" destId="{9DC6085A-4812-44DA-A26D-3B3666445EED}" srcOrd="0" destOrd="0" presId="urn:microsoft.com/office/officeart/2008/layout/LinedList"/>
    <dgm:cxn modelId="{EE1B98FD-CE89-4881-A2A6-902AF03549D6}" srcId="{E6C34834-1A96-4252-A015-6AC8486BBDFD}" destId="{437EBDE0-3FD0-4192-B470-4BFB33A5BDBC}" srcOrd="2" destOrd="0" parTransId="{6C247CDB-4480-4C3E-B03E-175FD7E99E4C}" sibTransId="{DD5518CB-EC13-46F4-A07E-4E6E58998A2E}"/>
    <dgm:cxn modelId="{2B4C0930-966D-4826-9E0B-B385E31C109D}" type="presParOf" srcId="{9DC6085A-4812-44DA-A26D-3B3666445EED}" destId="{94039170-A44D-46DA-ACCF-B87838FB9205}" srcOrd="0" destOrd="0" presId="urn:microsoft.com/office/officeart/2008/layout/LinedList"/>
    <dgm:cxn modelId="{A7EE9179-0C2B-49E0-9A76-4A982F46AFB8}" type="presParOf" srcId="{9DC6085A-4812-44DA-A26D-3B3666445EED}" destId="{E7B058FA-7124-4817-90E7-CD945FE4212F}" srcOrd="1" destOrd="0" presId="urn:microsoft.com/office/officeart/2008/layout/LinedList"/>
    <dgm:cxn modelId="{8B0F4C71-490A-4CF4-9B26-DDFF2D5BDC7E}" type="presParOf" srcId="{E7B058FA-7124-4817-90E7-CD945FE4212F}" destId="{AF6F706F-22CA-4401-8797-E957A04B26FE}" srcOrd="0" destOrd="0" presId="urn:microsoft.com/office/officeart/2008/layout/LinedList"/>
    <dgm:cxn modelId="{1376413E-E5C9-419A-AB5A-99589737B30B}" type="presParOf" srcId="{E7B058FA-7124-4817-90E7-CD945FE4212F}" destId="{EB83C60D-ED6D-4B52-9F2F-DD620A362EF5}" srcOrd="1" destOrd="0" presId="urn:microsoft.com/office/officeart/2008/layout/LinedList"/>
    <dgm:cxn modelId="{84900F99-E0CD-4034-9AE1-F9C62B6A69CF}" type="presParOf" srcId="{9DC6085A-4812-44DA-A26D-3B3666445EED}" destId="{A36EFEC8-A535-43BE-BC04-35C5D5BA988A}" srcOrd="2" destOrd="0" presId="urn:microsoft.com/office/officeart/2008/layout/LinedList"/>
    <dgm:cxn modelId="{0088C3A2-B37B-42D3-A00A-19B2432585DA}" type="presParOf" srcId="{9DC6085A-4812-44DA-A26D-3B3666445EED}" destId="{31BB5BE8-066A-4156-88F9-CE4176BF17BD}" srcOrd="3" destOrd="0" presId="urn:microsoft.com/office/officeart/2008/layout/LinedList"/>
    <dgm:cxn modelId="{B18E3D8E-7D2E-459F-BDB6-1E545628DC87}" type="presParOf" srcId="{31BB5BE8-066A-4156-88F9-CE4176BF17BD}" destId="{71FE2A4C-551E-427C-9784-EC88392A692E}" srcOrd="0" destOrd="0" presId="urn:microsoft.com/office/officeart/2008/layout/LinedList"/>
    <dgm:cxn modelId="{B4D81CA2-FD01-44F6-AAF6-8EE339214208}" type="presParOf" srcId="{31BB5BE8-066A-4156-88F9-CE4176BF17BD}" destId="{55B81141-8ACF-4BBE-AEC5-A969C98658F1}" srcOrd="1" destOrd="0" presId="urn:microsoft.com/office/officeart/2008/layout/LinedList"/>
    <dgm:cxn modelId="{778226F5-BE54-4A4E-85E1-E73FA1529DB7}" type="presParOf" srcId="{9DC6085A-4812-44DA-A26D-3B3666445EED}" destId="{07876D5C-15A7-4868-A437-681AE26BBEF7}" srcOrd="4" destOrd="0" presId="urn:microsoft.com/office/officeart/2008/layout/LinedList"/>
    <dgm:cxn modelId="{7187C6ED-D5B7-4751-B68C-9815990D6124}" type="presParOf" srcId="{9DC6085A-4812-44DA-A26D-3B3666445EED}" destId="{56A88E4F-425D-4F9D-AA20-0A4C60E38214}" srcOrd="5" destOrd="0" presId="urn:microsoft.com/office/officeart/2008/layout/LinedList"/>
    <dgm:cxn modelId="{137BDF94-FBF4-4451-9C5B-A6F9523B530B}" type="presParOf" srcId="{56A88E4F-425D-4F9D-AA20-0A4C60E38214}" destId="{FEA6E1B7-9FDB-433C-9DD6-A45CD2E1A9D0}" srcOrd="0" destOrd="0" presId="urn:microsoft.com/office/officeart/2008/layout/LinedList"/>
    <dgm:cxn modelId="{D904D9E4-DB00-4331-9269-3A3C0509D9C0}" type="presParOf" srcId="{56A88E4F-425D-4F9D-AA20-0A4C60E38214}" destId="{39B5737D-EACD-40ED-839D-59BE64329E9F}" srcOrd="1" destOrd="0" presId="urn:microsoft.com/office/officeart/2008/layout/LinedList"/>
    <dgm:cxn modelId="{51A37396-81D4-43FC-90CC-42D4E07C82F3}" type="presParOf" srcId="{9DC6085A-4812-44DA-A26D-3B3666445EED}" destId="{409E7E23-0923-41CD-8FF8-B04BD0D13891}" srcOrd="6" destOrd="0" presId="urn:microsoft.com/office/officeart/2008/layout/LinedList"/>
    <dgm:cxn modelId="{3D0387B1-A787-4267-9BFA-8936738A5BB0}" type="presParOf" srcId="{9DC6085A-4812-44DA-A26D-3B3666445EED}" destId="{04B6E728-9AD7-432B-8658-5E30EDD32A95}" srcOrd="7" destOrd="0" presId="urn:microsoft.com/office/officeart/2008/layout/LinedList"/>
    <dgm:cxn modelId="{17164D68-048B-49D5-8602-BBEABB3E1208}" type="presParOf" srcId="{04B6E728-9AD7-432B-8658-5E30EDD32A95}" destId="{6F44B4A3-E9A7-49B7-9611-292DB2463744}" srcOrd="0" destOrd="0" presId="urn:microsoft.com/office/officeart/2008/layout/LinedList"/>
    <dgm:cxn modelId="{C2771F9D-D357-48DB-A077-BE726E397596}" type="presParOf" srcId="{04B6E728-9AD7-432B-8658-5E30EDD32A95}" destId="{5016C2D4-131F-4443-9504-23F96B5C74F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ADAFF19-8D53-4B24-A035-D353DD7ECD1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D300F2C-0186-46E1-994B-E54485B7C16F}">
      <dgm:prSet/>
      <dgm:spPr/>
      <dgm:t>
        <a:bodyPr/>
        <a:lstStyle/>
        <a:p>
          <a:r>
            <a:rPr lang="es-CL" b="1" i="0" baseline="0"/>
            <a:t>Currículo gratuito</a:t>
          </a:r>
          <a:r>
            <a:rPr lang="es-CL" b="0" i="0" baseline="0"/>
            <a:t>: Petoi ofrece un currículo gratuito basado en proyectos para enseñar robótica y programación.</a:t>
          </a:r>
          <a:endParaRPr lang="en-US"/>
        </a:p>
      </dgm:t>
    </dgm:pt>
    <dgm:pt modelId="{CCCEEBD4-ED39-44BA-B23B-6DFDF45FAA37}" type="parTrans" cxnId="{A7427D94-8478-4530-86D8-37EC76277CA4}">
      <dgm:prSet/>
      <dgm:spPr/>
      <dgm:t>
        <a:bodyPr/>
        <a:lstStyle/>
        <a:p>
          <a:endParaRPr lang="en-US"/>
        </a:p>
      </dgm:t>
    </dgm:pt>
    <dgm:pt modelId="{6201C113-114B-4C69-9CB2-96C69C69E992}" type="sibTrans" cxnId="{A7427D94-8478-4530-86D8-37EC76277CA4}">
      <dgm:prSet/>
      <dgm:spPr/>
      <dgm:t>
        <a:bodyPr/>
        <a:lstStyle/>
        <a:p>
          <a:endParaRPr lang="en-US"/>
        </a:p>
      </dgm:t>
    </dgm:pt>
    <dgm:pt modelId="{CF01CB70-B6EA-4598-8E51-BC132AE55054}">
      <dgm:prSet/>
      <dgm:spPr/>
      <dgm:t>
        <a:bodyPr/>
        <a:lstStyle/>
        <a:p>
          <a:r>
            <a:rPr lang="es-CL" b="0" i="0" baseline="0"/>
            <a:t>Disponible en: </a:t>
          </a:r>
          <a:r>
            <a:rPr lang="es-CL" b="0" i="0" baseline="0">
              <a:hlinkClick xmlns:r="http://schemas.openxmlformats.org/officeDocument/2006/relationships" r:id="rId1"/>
            </a:rPr>
            <a:t>https://www.petoi.com/pages/free-quadruped-robotics-curriculum-scratch-coding</a:t>
          </a:r>
          <a:endParaRPr lang="en-US"/>
        </a:p>
      </dgm:t>
    </dgm:pt>
    <dgm:pt modelId="{AB4DD829-6E7D-432A-AA57-D417CEBF2FB9}" type="parTrans" cxnId="{28D70EBC-4037-4BA4-B365-CE5B8AC247C4}">
      <dgm:prSet/>
      <dgm:spPr/>
      <dgm:t>
        <a:bodyPr/>
        <a:lstStyle/>
        <a:p>
          <a:endParaRPr lang="en-US"/>
        </a:p>
      </dgm:t>
    </dgm:pt>
    <dgm:pt modelId="{1780ED14-861D-425C-986D-7892EA031933}" type="sibTrans" cxnId="{28D70EBC-4037-4BA4-B365-CE5B8AC247C4}">
      <dgm:prSet/>
      <dgm:spPr/>
      <dgm:t>
        <a:bodyPr/>
        <a:lstStyle/>
        <a:p>
          <a:endParaRPr lang="en-US"/>
        </a:p>
      </dgm:t>
    </dgm:pt>
    <dgm:pt modelId="{C689331F-6900-405D-9590-443C10DE928E}">
      <dgm:prSet/>
      <dgm:spPr/>
      <dgm:t>
        <a:bodyPr/>
        <a:lstStyle/>
        <a:p>
          <a:r>
            <a:rPr lang="es-CL" b="1" i="0" baseline="0"/>
            <a:t>Tutoriales en video</a:t>
          </a:r>
          <a:r>
            <a:rPr lang="es-CL" b="0" i="0" baseline="0"/>
            <a:t>: Serie de tutoriales en YouTube para aprender a utilizar Petoi Coding Blocks paso a paso.</a:t>
          </a:r>
          <a:endParaRPr lang="en-US"/>
        </a:p>
      </dgm:t>
    </dgm:pt>
    <dgm:pt modelId="{EE14652B-3D1F-42FB-B7C7-15E1AAE6287B}" type="parTrans" cxnId="{75636920-9E53-41BC-85DB-E4428CAC64A6}">
      <dgm:prSet/>
      <dgm:spPr/>
      <dgm:t>
        <a:bodyPr/>
        <a:lstStyle/>
        <a:p>
          <a:endParaRPr lang="en-US"/>
        </a:p>
      </dgm:t>
    </dgm:pt>
    <dgm:pt modelId="{B2E4A3C4-5553-478E-9051-7213C8D6ACA3}" type="sibTrans" cxnId="{75636920-9E53-41BC-85DB-E4428CAC64A6}">
      <dgm:prSet/>
      <dgm:spPr/>
      <dgm:t>
        <a:bodyPr/>
        <a:lstStyle/>
        <a:p>
          <a:endParaRPr lang="en-US"/>
        </a:p>
      </dgm:t>
    </dgm:pt>
    <dgm:pt modelId="{46203A34-DB6D-4ED8-ADD6-16BC104D9591}">
      <dgm:prSet/>
      <dgm:spPr/>
      <dgm:t>
        <a:bodyPr/>
        <a:lstStyle/>
        <a:p>
          <a:r>
            <a:rPr lang="es-CL" b="0" i="0" baseline="0"/>
            <a:t>Lista de reproducción: </a:t>
          </a:r>
          <a:r>
            <a:rPr lang="es-CL" b="0" i="0" baseline="0">
              <a:hlinkClick xmlns:r="http://schemas.openxmlformats.org/officeDocument/2006/relationships" r:id="rId2"/>
            </a:rPr>
            <a:t>Petoi Coding Blocks Robotics Curriculum</a:t>
          </a:r>
          <a:endParaRPr lang="en-US"/>
        </a:p>
      </dgm:t>
    </dgm:pt>
    <dgm:pt modelId="{391EB8A4-C270-4333-BC02-CCE0B334F845}" type="parTrans" cxnId="{A77E3762-A5A0-4D40-A46C-757BEA2A23B2}">
      <dgm:prSet/>
      <dgm:spPr/>
      <dgm:t>
        <a:bodyPr/>
        <a:lstStyle/>
        <a:p>
          <a:endParaRPr lang="en-US"/>
        </a:p>
      </dgm:t>
    </dgm:pt>
    <dgm:pt modelId="{DC680411-8CFB-4A44-8BC9-0479D6E760C0}" type="sibTrans" cxnId="{A77E3762-A5A0-4D40-A46C-757BEA2A23B2}">
      <dgm:prSet/>
      <dgm:spPr/>
      <dgm:t>
        <a:bodyPr/>
        <a:lstStyle/>
        <a:p>
          <a:endParaRPr lang="en-US"/>
        </a:p>
      </dgm:t>
    </dgm:pt>
    <dgm:pt modelId="{87BD3724-6D1C-416D-8EE1-79B4907FED6D}" type="pres">
      <dgm:prSet presAssocID="{BADAFF19-8D53-4B24-A035-D353DD7ECD16}" presName="root" presStyleCnt="0">
        <dgm:presLayoutVars>
          <dgm:dir/>
          <dgm:resizeHandles val="exact"/>
        </dgm:presLayoutVars>
      </dgm:prSet>
      <dgm:spPr/>
    </dgm:pt>
    <dgm:pt modelId="{E70D3AD2-FCD6-4786-8D02-527F46398C86}" type="pres">
      <dgm:prSet presAssocID="{BADAFF19-8D53-4B24-A035-D353DD7ECD16}" presName="container" presStyleCnt="0">
        <dgm:presLayoutVars>
          <dgm:dir/>
          <dgm:resizeHandles val="exact"/>
        </dgm:presLayoutVars>
      </dgm:prSet>
      <dgm:spPr/>
    </dgm:pt>
    <dgm:pt modelId="{3A248F19-4689-405B-9D28-BF9DEE50D34D}" type="pres">
      <dgm:prSet presAssocID="{CD300F2C-0186-46E1-994B-E54485B7C16F}" presName="compNode" presStyleCnt="0"/>
      <dgm:spPr/>
    </dgm:pt>
    <dgm:pt modelId="{841F497D-5B32-4F4A-A92B-A6683CA2F681}" type="pres">
      <dgm:prSet presAssocID="{CD300F2C-0186-46E1-994B-E54485B7C16F}" presName="iconBgRect" presStyleLbl="bgShp" presStyleIdx="0" presStyleCnt="4"/>
      <dgm:spPr/>
    </dgm:pt>
    <dgm:pt modelId="{FB11BB66-14E3-4FB7-BC60-AB1B07617F7B}" type="pres">
      <dgm:prSet presAssocID="{CD300F2C-0186-46E1-994B-E54485B7C16F}" presName="iconRect" presStyleLbl="node1" presStyleIdx="0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BC98BC40-F565-4434-9E53-8CBC75D30EB7}" type="pres">
      <dgm:prSet presAssocID="{CD300F2C-0186-46E1-994B-E54485B7C16F}" presName="spaceRect" presStyleCnt="0"/>
      <dgm:spPr/>
    </dgm:pt>
    <dgm:pt modelId="{295EA91B-184A-4186-B68C-FE22FFE294AA}" type="pres">
      <dgm:prSet presAssocID="{CD300F2C-0186-46E1-994B-E54485B7C16F}" presName="textRect" presStyleLbl="revTx" presStyleIdx="0" presStyleCnt="4">
        <dgm:presLayoutVars>
          <dgm:chMax val="1"/>
          <dgm:chPref val="1"/>
        </dgm:presLayoutVars>
      </dgm:prSet>
      <dgm:spPr/>
    </dgm:pt>
    <dgm:pt modelId="{AF32B003-E21E-4319-AF43-29C7E9A5EFA5}" type="pres">
      <dgm:prSet presAssocID="{6201C113-114B-4C69-9CB2-96C69C69E992}" presName="sibTrans" presStyleLbl="sibTrans2D1" presStyleIdx="0" presStyleCnt="0"/>
      <dgm:spPr/>
    </dgm:pt>
    <dgm:pt modelId="{6AD56319-DEA4-470D-8732-330E0D4CE6F9}" type="pres">
      <dgm:prSet presAssocID="{CF01CB70-B6EA-4598-8E51-BC132AE55054}" presName="compNode" presStyleCnt="0"/>
      <dgm:spPr/>
    </dgm:pt>
    <dgm:pt modelId="{1EDE210F-BE87-4E3B-879D-BE5B972F973F}" type="pres">
      <dgm:prSet presAssocID="{CF01CB70-B6EA-4598-8E51-BC132AE55054}" presName="iconBgRect" presStyleLbl="bgShp" presStyleIdx="1" presStyleCnt="4"/>
      <dgm:spPr/>
    </dgm:pt>
    <dgm:pt modelId="{6B5A5881-92EF-45C8-B835-20ADE8FE2C26}" type="pres">
      <dgm:prSet presAssocID="{CF01CB70-B6EA-4598-8E51-BC132AE55054}" presName="iconRect" presStyleLbl="node1" presStyleIdx="1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sa"/>
        </a:ext>
      </dgm:extLst>
    </dgm:pt>
    <dgm:pt modelId="{232529B3-6FCE-4C14-A9A0-D7F0B4D58633}" type="pres">
      <dgm:prSet presAssocID="{CF01CB70-B6EA-4598-8E51-BC132AE55054}" presName="spaceRect" presStyleCnt="0"/>
      <dgm:spPr/>
    </dgm:pt>
    <dgm:pt modelId="{80BCACB7-C2C8-439A-8B54-1C9E8F802A65}" type="pres">
      <dgm:prSet presAssocID="{CF01CB70-B6EA-4598-8E51-BC132AE55054}" presName="textRect" presStyleLbl="revTx" presStyleIdx="1" presStyleCnt="4">
        <dgm:presLayoutVars>
          <dgm:chMax val="1"/>
          <dgm:chPref val="1"/>
        </dgm:presLayoutVars>
      </dgm:prSet>
      <dgm:spPr/>
    </dgm:pt>
    <dgm:pt modelId="{B67E3D39-EE05-4FF3-9DD0-D35D822DDD19}" type="pres">
      <dgm:prSet presAssocID="{1780ED14-861D-425C-986D-7892EA031933}" presName="sibTrans" presStyleLbl="sibTrans2D1" presStyleIdx="0" presStyleCnt="0"/>
      <dgm:spPr/>
    </dgm:pt>
    <dgm:pt modelId="{6E9A6BFB-DCCF-4C36-A95F-3C1784430D7C}" type="pres">
      <dgm:prSet presAssocID="{C689331F-6900-405D-9590-443C10DE928E}" presName="compNode" presStyleCnt="0"/>
      <dgm:spPr/>
    </dgm:pt>
    <dgm:pt modelId="{0519EB96-9A35-46F0-AEF8-C34CB5274337}" type="pres">
      <dgm:prSet presAssocID="{C689331F-6900-405D-9590-443C10DE928E}" presName="iconBgRect" presStyleLbl="bgShp" presStyleIdx="2" presStyleCnt="4"/>
      <dgm:spPr/>
    </dgm:pt>
    <dgm:pt modelId="{AB45AAB8-3826-4116-A9BE-0102EB544C6E}" type="pres">
      <dgm:prSet presAssocID="{C689331F-6900-405D-9590-443C10DE928E}" presName="iconRect" presStyleLbl="node1" presStyleIdx="2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A1B8D8DB-070F-4341-80A2-4C4657CADD2D}" type="pres">
      <dgm:prSet presAssocID="{C689331F-6900-405D-9590-443C10DE928E}" presName="spaceRect" presStyleCnt="0"/>
      <dgm:spPr/>
    </dgm:pt>
    <dgm:pt modelId="{13FDDC34-BB99-48FE-A4DB-781D2F837A5F}" type="pres">
      <dgm:prSet presAssocID="{C689331F-6900-405D-9590-443C10DE928E}" presName="textRect" presStyleLbl="revTx" presStyleIdx="2" presStyleCnt="4">
        <dgm:presLayoutVars>
          <dgm:chMax val="1"/>
          <dgm:chPref val="1"/>
        </dgm:presLayoutVars>
      </dgm:prSet>
      <dgm:spPr/>
    </dgm:pt>
    <dgm:pt modelId="{81392029-61D6-40F8-906C-C99C94FEA815}" type="pres">
      <dgm:prSet presAssocID="{B2E4A3C4-5553-478E-9051-7213C8D6ACA3}" presName="sibTrans" presStyleLbl="sibTrans2D1" presStyleIdx="0" presStyleCnt="0"/>
      <dgm:spPr/>
    </dgm:pt>
    <dgm:pt modelId="{EC5F4460-8916-4EEE-9C1B-B01EFF734712}" type="pres">
      <dgm:prSet presAssocID="{46203A34-DB6D-4ED8-ADD6-16BC104D9591}" presName="compNode" presStyleCnt="0"/>
      <dgm:spPr/>
    </dgm:pt>
    <dgm:pt modelId="{F6708290-1E7D-4BE5-B00C-2FF04F6F73D7}" type="pres">
      <dgm:prSet presAssocID="{46203A34-DB6D-4ED8-ADD6-16BC104D9591}" presName="iconBgRect" presStyleLbl="bgShp" presStyleIdx="3" presStyleCnt="4"/>
      <dgm:spPr/>
    </dgm:pt>
    <dgm:pt modelId="{F5979988-B26D-4838-9EF5-FDA69EC3D621}" type="pres">
      <dgm:prSet presAssocID="{46203A34-DB6D-4ED8-ADD6-16BC104D9591}" presName="iconRect" presStyleLbl="node1" presStyleIdx="3" presStyleCnt="4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3B27CAF5-4C17-44B2-87B6-D7C03C0261C1}" type="pres">
      <dgm:prSet presAssocID="{46203A34-DB6D-4ED8-ADD6-16BC104D9591}" presName="spaceRect" presStyleCnt="0"/>
      <dgm:spPr/>
    </dgm:pt>
    <dgm:pt modelId="{B56B2E12-D30E-450F-A595-3BB069B6086A}" type="pres">
      <dgm:prSet presAssocID="{46203A34-DB6D-4ED8-ADD6-16BC104D959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BD41320-A355-4533-B89A-0733BC0C8B46}" type="presOf" srcId="{1780ED14-861D-425C-986D-7892EA031933}" destId="{B67E3D39-EE05-4FF3-9DD0-D35D822DDD19}" srcOrd="0" destOrd="0" presId="urn:microsoft.com/office/officeart/2018/2/layout/IconCircleList"/>
    <dgm:cxn modelId="{75636920-9E53-41BC-85DB-E4428CAC64A6}" srcId="{BADAFF19-8D53-4B24-A035-D353DD7ECD16}" destId="{C689331F-6900-405D-9590-443C10DE928E}" srcOrd="2" destOrd="0" parTransId="{EE14652B-3D1F-42FB-B7C7-15E1AAE6287B}" sibTransId="{B2E4A3C4-5553-478E-9051-7213C8D6ACA3}"/>
    <dgm:cxn modelId="{31D47F2A-E804-4017-AC75-2FCFFE5E601B}" type="presOf" srcId="{46203A34-DB6D-4ED8-ADD6-16BC104D9591}" destId="{B56B2E12-D30E-450F-A595-3BB069B6086A}" srcOrd="0" destOrd="0" presId="urn:microsoft.com/office/officeart/2018/2/layout/IconCircleList"/>
    <dgm:cxn modelId="{912B343C-298C-4AD0-A8BD-017A1928D0CF}" type="presOf" srcId="{CD300F2C-0186-46E1-994B-E54485B7C16F}" destId="{295EA91B-184A-4186-B68C-FE22FFE294AA}" srcOrd="0" destOrd="0" presId="urn:microsoft.com/office/officeart/2018/2/layout/IconCircleList"/>
    <dgm:cxn modelId="{A77E3762-A5A0-4D40-A46C-757BEA2A23B2}" srcId="{BADAFF19-8D53-4B24-A035-D353DD7ECD16}" destId="{46203A34-DB6D-4ED8-ADD6-16BC104D9591}" srcOrd="3" destOrd="0" parTransId="{391EB8A4-C270-4333-BC02-CCE0B334F845}" sibTransId="{DC680411-8CFB-4A44-8BC9-0479D6E760C0}"/>
    <dgm:cxn modelId="{6FEA9C48-B42F-4247-AB42-DED02E15CB3B}" type="presOf" srcId="{C689331F-6900-405D-9590-443C10DE928E}" destId="{13FDDC34-BB99-48FE-A4DB-781D2F837A5F}" srcOrd="0" destOrd="0" presId="urn:microsoft.com/office/officeart/2018/2/layout/IconCircleList"/>
    <dgm:cxn modelId="{BAD6E086-13F7-4503-A480-5F26D6681EF8}" type="presOf" srcId="{B2E4A3C4-5553-478E-9051-7213C8D6ACA3}" destId="{81392029-61D6-40F8-906C-C99C94FEA815}" srcOrd="0" destOrd="0" presId="urn:microsoft.com/office/officeart/2018/2/layout/IconCircleList"/>
    <dgm:cxn modelId="{534DB690-8DD3-4BEE-BBAB-DC664467AE82}" type="presOf" srcId="{CF01CB70-B6EA-4598-8E51-BC132AE55054}" destId="{80BCACB7-C2C8-439A-8B54-1C9E8F802A65}" srcOrd="0" destOrd="0" presId="urn:microsoft.com/office/officeart/2018/2/layout/IconCircleList"/>
    <dgm:cxn modelId="{A7427D94-8478-4530-86D8-37EC76277CA4}" srcId="{BADAFF19-8D53-4B24-A035-D353DD7ECD16}" destId="{CD300F2C-0186-46E1-994B-E54485B7C16F}" srcOrd="0" destOrd="0" parTransId="{CCCEEBD4-ED39-44BA-B23B-6DFDF45FAA37}" sibTransId="{6201C113-114B-4C69-9CB2-96C69C69E992}"/>
    <dgm:cxn modelId="{28D70EBC-4037-4BA4-B365-CE5B8AC247C4}" srcId="{BADAFF19-8D53-4B24-A035-D353DD7ECD16}" destId="{CF01CB70-B6EA-4598-8E51-BC132AE55054}" srcOrd="1" destOrd="0" parTransId="{AB4DD829-6E7D-432A-AA57-D417CEBF2FB9}" sibTransId="{1780ED14-861D-425C-986D-7892EA031933}"/>
    <dgm:cxn modelId="{485C39E0-A9BD-4779-8AC4-5CCD92F227D6}" type="presOf" srcId="{BADAFF19-8D53-4B24-A035-D353DD7ECD16}" destId="{87BD3724-6D1C-416D-8EE1-79B4907FED6D}" srcOrd="0" destOrd="0" presId="urn:microsoft.com/office/officeart/2018/2/layout/IconCircleList"/>
    <dgm:cxn modelId="{633FEAE8-75CB-40D6-B1DD-2162CBE04DF0}" type="presOf" srcId="{6201C113-114B-4C69-9CB2-96C69C69E992}" destId="{AF32B003-E21E-4319-AF43-29C7E9A5EFA5}" srcOrd="0" destOrd="0" presId="urn:microsoft.com/office/officeart/2018/2/layout/IconCircleList"/>
    <dgm:cxn modelId="{DEC928D4-90B9-4B0D-BE4C-7F4122C3AFF2}" type="presParOf" srcId="{87BD3724-6D1C-416D-8EE1-79B4907FED6D}" destId="{E70D3AD2-FCD6-4786-8D02-527F46398C86}" srcOrd="0" destOrd="0" presId="urn:microsoft.com/office/officeart/2018/2/layout/IconCircleList"/>
    <dgm:cxn modelId="{A0B51204-61F3-4E1B-BE5F-C47183F82562}" type="presParOf" srcId="{E70D3AD2-FCD6-4786-8D02-527F46398C86}" destId="{3A248F19-4689-405B-9D28-BF9DEE50D34D}" srcOrd="0" destOrd="0" presId="urn:microsoft.com/office/officeart/2018/2/layout/IconCircleList"/>
    <dgm:cxn modelId="{4EF86F4F-748A-44DA-8169-8354159D1A88}" type="presParOf" srcId="{3A248F19-4689-405B-9D28-BF9DEE50D34D}" destId="{841F497D-5B32-4F4A-A92B-A6683CA2F681}" srcOrd="0" destOrd="0" presId="urn:microsoft.com/office/officeart/2018/2/layout/IconCircleList"/>
    <dgm:cxn modelId="{E586629B-370A-4FA8-BFB8-FEE806D78D9C}" type="presParOf" srcId="{3A248F19-4689-405B-9D28-BF9DEE50D34D}" destId="{FB11BB66-14E3-4FB7-BC60-AB1B07617F7B}" srcOrd="1" destOrd="0" presId="urn:microsoft.com/office/officeart/2018/2/layout/IconCircleList"/>
    <dgm:cxn modelId="{2D062CC3-4167-4227-B7E3-937B193A3B0A}" type="presParOf" srcId="{3A248F19-4689-405B-9D28-BF9DEE50D34D}" destId="{BC98BC40-F565-4434-9E53-8CBC75D30EB7}" srcOrd="2" destOrd="0" presId="urn:microsoft.com/office/officeart/2018/2/layout/IconCircleList"/>
    <dgm:cxn modelId="{8CA25FDE-4EF7-45E8-A761-53313AE2E2EB}" type="presParOf" srcId="{3A248F19-4689-405B-9D28-BF9DEE50D34D}" destId="{295EA91B-184A-4186-B68C-FE22FFE294AA}" srcOrd="3" destOrd="0" presId="urn:microsoft.com/office/officeart/2018/2/layout/IconCircleList"/>
    <dgm:cxn modelId="{63D431E9-230A-4739-95F9-4A1129AE0416}" type="presParOf" srcId="{E70D3AD2-FCD6-4786-8D02-527F46398C86}" destId="{AF32B003-E21E-4319-AF43-29C7E9A5EFA5}" srcOrd="1" destOrd="0" presId="urn:microsoft.com/office/officeart/2018/2/layout/IconCircleList"/>
    <dgm:cxn modelId="{208FB03A-1BDD-4ECA-8B84-2B65286FDEB5}" type="presParOf" srcId="{E70D3AD2-FCD6-4786-8D02-527F46398C86}" destId="{6AD56319-DEA4-470D-8732-330E0D4CE6F9}" srcOrd="2" destOrd="0" presId="urn:microsoft.com/office/officeart/2018/2/layout/IconCircleList"/>
    <dgm:cxn modelId="{B2A2188B-E69C-47AA-9A2C-C60C43DC4D5B}" type="presParOf" srcId="{6AD56319-DEA4-470D-8732-330E0D4CE6F9}" destId="{1EDE210F-BE87-4E3B-879D-BE5B972F973F}" srcOrd="0" destOrd="0" presId="urn:microsoft.com/office/officeart/2018/2/layout/IconCircleList"/>
    <dgm:cxn modelId="{0E141E48-56BA-442D-859B-CA7E55C99E82}" type="presParOf" srcId="{6AD56319-DEA4-470D-8732-330E0D4CE6F9}" destId="{6B5A5881-92EF-45C8-B835-20ADE8FE2C26}" srcOrd="1" destOrd="0" presId="urn:microsoft.com/office/officeart/2018/2/layout/IconCircleList"/>
    <dgm:cxn modelId="{A7262829-A759-477D-9A99-D630435A491F}" type="presParOf" srcId="{6AD56319-DEA4-470D-8732-330E0D4CE6F9}" destId="{232529B3-6FCE-4C14-A9A0-D7F0B4D58633}" srcOrd="2" destOrd="0" presId="urn:microsoft.com/office/officeart/2018/2/layout/IconCircleList"/>
    <dgm:cxn modelId="{DCCB706E-3352-456B-96DF-81BBAC2DF42C}" type="presParOf" srcId="{6AD56319-DEA4-470D-8732-330E0D4CE6F9}" destId="{80BCACB7-C2C8-439A-8B54-1C9E8F802A65}" srcOrd="3" destOrd="0" presId="urn:microsoft.com/office/officeart/2018/2/layout/IconCircleList"/>
    <dgm:cxn modelId="{09008298-4280-43A8-A32D-E9F0391676A6}" type="presParOf" srcId="{E70D3AD2-FCD6-4786-8D02-527F46398C86}" destId="{B67E3D39-EE05-4FF3-9DD0-D35D822DDD19}" srcOrd="3" destOrd="0" presId="urn:microsoft.com/office/officeart/2018/2/layout/IconCircleList"/>
    <dgm:cxn modelId="{30154D85-6161-47C9-A7F1-610A0BA60EF1}" type="presParOf" srcId="{E70D3AD2-FCD6-4786-8D02-527F46398C86}" destId="{6E9A6BFB-DCCF-4C36-A95F-3C1784430D7C}" srcOrd="4" destOrd="0" presId="urn:microsoft.com/office/officeart/2018/2/layout/IconCircleList"/>
    <dgm:cxn modelId="{C65CB7D0-EFF6-4352-8CF2-14E44A833A0A}" type="presParOf" srcId="{6E9A6BFB-DCCF-4C36-A95F-3C1784430D7C}" destId="{0519EB96-9A35-46F0-AEF8-C34CB5274337}" srcOrd="0" destOrd="0" presId="urn:microsoft.com/office/officeart/2018/2/layout/IconCircleList"/>
    <dgm:cxn modelId="{27EB5882-63D5-4E51-8372-CFA58E325782}" type="presParOf" srcId="{6E9A6BFB-DCCF-4C36-A95F-3C1784430D7C}" destId="{AB45AAB8-3826-4116-A9BE-0102EB544C6E}" srcOrd="1" destOrd="0" presId="urn:microsoft.com/office/officeart/2018/2/layout/IconCircleList"/>
    <dgm:cxn modelId="{4A36458F-C4AE-48A4-A675-B25196C8A07C}" type="presParOf" srcId="{6E9A6BFB-DCCF-4C36-A95F-3C1784430D7C}" destId="{A1B8D8DB-070F-4341-80A2-4C4657CADD2D}" srcOrd="2" destOrd="0" presId="urn:microsoft.com/office/officeart/2018/2/layout/IconCircleList"/>
    <dgm:cxn modelId="{980C991B-8728-4B23-9BE8-6C31893FA55F}" type="presParOf" srcId="{6E9A6BFB-DCCF-4C36-A95F-3C1784430D7C}" destId="{13FDDC34-BB99-48FE-A4DB-781D2F837A5F}" srcOrd="3" destOrd="0" presId="urn:microsoft.com/office/officeart/2018/2/layout/IconCircleList"/>
    <dgm:cxn modelId="{ACE8963C-B771-4C45-B4A8-532C720303C0}" type="presParOf" srcId="{E70D3AD2-FCD6-4786-8D02-527F46398C86}" destId="{81392029-61D6-40F8-906C-C99C94FEA815}" srcOrd="5" destOrd="0" presId="urn:microsoft.com/office/officeart/2018/2/layout/IconCircleList"/>
    <dgm:cxn modelId="{D2722906-EC74-4623-8873-708191B824DF}" type="presParOf" srcId="{E70D3AD2-FCD6-4786-8D02-527F46398C86}" destId="{EC5F4460-8916-4EEE-9C1B-B01EFF734712}" srcOrd="6" destOrd="0" presId="urn:microsoft.com/office/officeart/2018/2/layout/IconCircleList"/>
    <dgm:cxn modelId="{D1F74FF6-9215-438B-845B-044A21A32AEC}" type="presParOf" srcId="{EC5F4460-8916-4EEE-9C1B-B01EFF734712}" destId="{F6708290-1E7D-4BE5-B00C-2FF04F6F73D7}" srcOrd="0" destOrd="0" presId="urn:microsoft.com/office/officeart/2018/2/layout/IconCircleList"/>
    <dgm:cxn modelId="{E4A27355-14C8-4F8B-A7E6-411A539318F3}" type="presParOf" srcId="{EC5F4460-8916-4EEE-9C1B-B01EFF734712}" destId="{F5979988-B26D-4838-9EF5-FDA69EC3D621}" srcOrd="1" destOrd="0" presId="urn:microsoft.com/office/officeart/2018/2/layout/IconCircleList"/>
    <dgm:cxn modelId="{95B7D0FB-D0FD-45E7-83EF-B3FE4E6C33D9}" type="presParOf" srcId="{EC5F4460-8916-4EEE-9C1B-B01EFF734712}" destId="{3B27CAF5-4C17-44B2-87B6-D7C03C0261C1}" srcOrd="2" destOrd="0" presId="urn:microsoft.com/office/officeart/2018/2/layout/IconCircleList"/>
    <dgm:cxn modelId="{8B52C1BC-9CC0-40D1-833D-E53DAE2195CC}" type="presParOf" srcId="{EC5F4460-8916-4EEE-9C1B-B01EFF734712}" destId="{B56B2E12-D30E-450F-A595-3BB069B6086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1E095B7-C9F3-48B2-A179-9AEAE41A2A2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0CD2A48-B372-41E0-ACC3-6F45CA43C8E0}">
      <dgm:prSet/>
      <dgm:spPr/>
      <dgm:t>
        <a:bodyPr/>
        <a:lstStyle/>
        <a:p>
          <a:r>
            <a:rPr lang="es-CL" b="1" i="0" baseline="0"/>
            <a:t>Foro de Petoi</a:t>
          </a:r>
          <a:r>
            <a:rPr lang="es-CL" b="0" i="0" baseline="0"/>
            <a:t>: Participa en la comunidad, comparte proyectos y resuelve dudas.</a:t>
          </a:r>
          <a:endParaRPr lang="en-US"/>
        </a:p>
      </dgm:t>
    </dgm:pt>
    <dgm:pt modelId="{24BCFB0D-DCC2-4329-B1FC-AB0061B7CABB}" type="parTrans" cxnId="{B1353F4B-2F33-47FB-8510-B1E6DA2DFA1B}">
      <dgm:prSet/>
      <dgm:spPr/>
      <dgm:t>
        <a:bodyPr/>
        <a:lstStyle/>
        <a:p>
          <a:endParaRPr lang="en-US"/>
        </a:p>
      </dgm:t>
    </dgm:pt>
    <dgm:pt modelId="{4625DCA5-DC85-481F-A9F9-7300BD943892}" type="sibTrans" cxnId="{B1353F4B-2F33-47FB-8510-B1E6DA2DFA1B}">
      <dgm:prSet/>
      <dgm:spPr/>
      <dgm:t>
        <a:bodyPr/>
        <a:lstStyle/>
        <a:p>
          <a:endParaRPr lang="en-US"/>
        </a:p>
      </dgm:t>
    </dgm:pt>
    <dgm:pt modelId="{E45E30EB-6DF7-4162-ACF1-B30466B06AF7}">
      <dgm:prSet/>
      <dgm:spPr/>
      <dgm:t>
        <a:bodyPr/>
        <a:lstStyle/>
        <a:p>
          <a:r>
            <a:rPr lang="es-CL" b="0" i="0" baseline="0">
              <a:hlinkClick xmlns:r="http://schemas.openxmlformats.org/officeDocument/2006/relationships" r:id="rId1"/>
            </a:rPr>
            <a:t>https://www.petoi.camp/forum</a:t>
          </a:r>
          <a:endParaRPr lang="en-US"/>
        </a:p>
      </dgm:t>
    </dgm:pt>
    <dgm:pt modelId="{F23A8EC7-3668-45BD-9094-A5D009EA31CC}" type="parTrans" cxnId="{57A9DC2E-A7D3-4B45-A023-2125C7F690C2}">
      <dgm:prSet/>
      <dgm:spPr/>
      <dgm:t>
        <a:bodyPr/>
        <a:lstStyle/>
        <a:p>
          <a:endParaRPr lang="en-US"/>
        </a:p>
      </dgm:t>
    </dgm:pt>
    <dgm:pt modelId="{C3107F34-0927-44EC-834A-16607AF26490}" type="sibTrans" cxnId="{57A9DC2E-A7D3-4B45-A023-2125C7F690C2}">
      <dgm:prSet/>
      <dgm:spPr/>
      <dgm:t>
        <a:bodyPr/>
        <a:lstStyle/>
        <a:p>
          <a:endParaRPr lang="en-US"/>
        </a:p>
      </dgm:t>
    </dgm:pt>
    <dgm:pt modelId="{42C9F8C3-01C6-4E18-8F46-B11BB4A9A01F}">
      <dgm:prSet/>
      <dgm:spPr/>
      <dgm:t>
        <a:bodyPr/>
        <a:lstStyle/>
        <a:p>
          <a:r>
            <a:rPr lang="es-CL" b="1" i="0" baseline="0"/>
            <a:t>Repositorio OpenCat</a:t>
          </a:r>
          <a:r>
            <a:rPr lang="es-CL" b="0" i="0" baseline="0"/>
            <a:t>: Accede al código fuente y contribuye al desarrollo.</a:t>
          </a:r>
          <a:endParaRPr lang="en-US"/>
        </a:p>
      </dgm:t>
    </dgm:pt>
    <dgm:pt modelId="{18F6CD1E-E3E7-4238-9B54-FE3F335ED093}" type="parTrans" cxnId="{9EB59F81-909A-47B7-BF25-B06B373899D3}">
      <dgm:prSet/>
      <dgm:spPr/>
      <dgm:t>
        <a:bodyPr/>
        <a:lstStyle/>
        <a:p>
          <a:endParaRPr lang="en-US"/>
        </a:p>
      </dgm:t>
    </dgm:pt>
    <dgm:pt modelId="{3CAC06F1-8AB7-4F52-BBA4-EF1A6C382D59}" type="sibTrans" cxnId="{9EB59F81-909A-47B7-BF25-B06B373899D3}">
      <dgm:prSet/>
      <dgm:spPr/>
      <dgm:t>
        <a:bodyPr/>
        <a:lstStyle/>
        <a:p>
          <a:endParaRPr lang="en-US"/>
        </a:p>
      </dgm:t>
    </dgm:pt>
    <dgm:pt modelId="{13E66482-D727-45A8-8BAC-9057B5D0721D}">
      <dgm:prSet/>
      <dgm:spPr/>
      <dgm:t>
        <a:bodyPr/>
        <a:lstStyle/>
        <a:p>
          <a:r>
            <a:rPr lang="es-CL" b="0" i="0" baseline="0">
              <a:hlinkClick xmlns:r="http://schemas.openxmlformats.org/officeDocument/2006/relationships" r:id="rId2"/>
            </a:rPr>
            <a:t>https://github.com/PetoiCamp/OpenCat</a:t>
          </a:r>
          <a:r>
            <a:rPr lang="es-CL" b="0" i="0" baseline="0"/>
            <a:t>​</a:t>
          </a:r>
          <a:r>
            <a:rPr lang="es-CL" b="0" i="0" baseline="0">
              <a:hlinkClick xmlns:r="http://schemas.openxmlformats.org/officeDocument/2006/relationships" r:id="rId3"/>
            </a:rPr>
            <a:t>Pet</a:t>
          </a:r>
          <a:endParaRPr lang="en-US"/>
        </a:p>
      </dgm:t>
    </dgm:pt>
    <dgm:pt modelId="{6BAF64C7-2119-4733-9F38-D6BA61E020F3}" type="parTrans" cxnId="{F4E5BB87-8D09-4497-AE28-6A6958B8DFE6}">
      <dgm:prSet/>
      <dgm:spPr/>
      <dgm:t>
        <a:bodyPr/>
        <a:lstStyle/>
        <a:p>
          <a:endParaRPr lang="en-US"/>
        </a:p>
      </dgm:t>
    </dgm:pt>
    <dgm:pt modelId="{114AFE7B-876F-455C-A2B3-89F49EB40449}" type="sibTrans" cxnId="{F4E5BB87-8D09-4497-AE28-6A6958B8DFE6}">
      <dgm:prSet/>
      <dgm:spPr/>
      <dgm:t>
        <a:bodyPr/>
        <a:lstStyle/>
        <a:p>
          <a:endParaRPr lang="en-US"/>
        </a:p>
      </dgm:t>
    </dgm:pt>
    <dgm:pt modelId="{6ECF152D-6F66-4434-B22E-9648CF6DBEBD}" type="pres">
      <dgm:prSet presAssocID="{D1E095B7-C9F3-48B2-A179-9AEAE41A2A24}" presName="root" presStyleCnt="0">
        <dgm:presLayoutVars>
          <dgm:dir/>
          <dgm:resizeHandles val="exact"/>
        </dgm:presLayoutVars>
      </dgm:prSet>
      <dgm:spPr/>
    </dgm:pt>
    <dgm:pt modelId="{23627A6D-8FF8-4AEC-B42D-0525F5FE471F}" type="pres">
      <dgm:prSet presAssocID="{10CD2A48-B372-41E0-ACC3-6F45CA43C8E0}" presName="compNode" presStyleCnt="0"/>
      <dgm:spPr/>
    </dgm:pt>
    <dgm:pt modelId="{C1D2B6AB-D04E-470D-A6AB-E4834A1B63AF}" type="pres">
      <dgm:prSet presAssocID="{10CD2A48-B372-41E0-ACC3-6F45CA43C8E0}" presName="bgRect" presStyleLbl="bgShp" presStyleIdx="0" presStyleCnt="4"/>
      <dgm:spPr/>
    </dgm:pt>
    <dgm:pt modelId="{5BF5654C-F47B-44C1-AA52-94A45BCEB50D}" type="pres">
      <dgm:prSet presAssocID="{10CD2A48-B372-41E0-ACC3-6F45CA43C8E0}" presName="iconRect" presStyleLbl="node1" presStyleIdx="0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4B1DFAF7-7EA8-4B12-920A-3D3C3D6EE59C}" type="pres">
      <dgm:prSet presAssocID="{10CD2A48-B372-41E0-ACC3-6F45CA43C8E0}" presName="spaceRect" presStyleCnt="0"/>
      <dgm:spPr/>
    </dgm:pt>
    <dgm:pt modelId="{82A8ADBC-626C-4BA4-8DF2-20FAB54615B1}" type="pres">
      <dgm:prSet presAssocID="{10CD2A48-B372-41E0-ACC3-6F45CA43C8E0}" presName="parTx" presStyleLbl="revTx" presStyleIdx="0" presStyleCnt="4">
        <dgm:presLayoutVars>
          <dgm:chMax val="0"/>
          <dgm:chPref val="0"/>
        </dgm:presLayoutVars>
      </dgm:prSet>
      <dgm:spPr/>
    </dgm:pt>
    <dgm:pt modelId="{537F5ED4-AB5C-4891-9ABD-2A688D5E73C3}" type="pres">
      <dgm:prSet presAssocID="{4625DCA5-DC85-481F-A9F9-7300BD943892}" presName="sibTrans" presStyleCnt="0"/>
      <dgm:spPr/>
    </dgm:pt>
    <dgm:pt modelId="{1B0F0B84-20D0-43C5-AAC4-02D293712399}" type="pres">
      <dgm:prSet presAssocID="{E45E30EB-6DF7-4162-ACF1-B30466B06AF7}" presName="compNode" presStyleCnt="0"/>
      <dgm:spPr/>
    </dgm:pt>
    <dgm:pt modelId="{E5E273EE-9D40-4A39-AC0A-24B3F246CDA2}" type="pres">
      <dgm:prSet presAssocID="{E45E30EB-6DF7-4162-ACF1-B30466B06AF7}" presName="bgRect" presStyleLbl="bgShp" presStyleIdx="1" presStyleCnt="4"/>
      <dgm:spPr/>
    </dgm:pt>
    <dgm:pt modelId="{F5635E8C-6B19-4F2F-B2C9-E244E793A254}" type="pres">
      <dgm:prSet presAssocID="{E45E30EB-6DF7-4162-ACF1-B30466B06AF7}" presName="iconRect" presStyleLbl="node1" presStyleIdx="1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3BD02A27-D3AF-4AEC-A9BF-03D5533EC5BD}" type="pres">
      <dgm:prSet presAssocID="{E45E30EB-6DF7-4162-ACF1-B30466B06AF7}" presName="spaceRect" presStyleCnt="0"/>
      <dgm:spPr/>
    </dgm:pt>
    <dgm:pt modelId="{91996137-9A61-4C62-97EA-DC8E68AC9EE5}" type="pres">
      <dgm:prSet presAssocID="{E45E30EB-6DF7-4162-ACF1-B30466B06AF7}" presName="parTx" presStyleLbl="revTx" presStyleIdx="1" presStyleCnt="4">
        <dgm:presLayoutVars>
          <dgm:chMax val="0"/>
          <dgm:chPref val="0"/>
        </dgm:presLayoutVars>
      </dgm:prSet>
      <dgm:spPr/>
    </dgm:pt>
    <dgm:pt modelId="{4DD22604-F673-424F-B230-9360E8268EF4}" type="pres">
      <dgm:prSet presAssocID="{C3107F34-0927-44EC-834A-16607AF26490}" presName="sibTrans" presStyleCnt="0"/>
      <dgm:spPr/>
    </dgm:pt>
    <dgm:pt modelId="{5570A2C6-5A24-43D4-B993-1AB548841470}" type="pres">
      <dgm:prSet presAssocID="{42C9F8C3-01C6-4E18-8F46-B11BB4A9A01F}" presName="compNode" presStyleCnt="0"/>
      <dgm:spPr/>
    </dgm:pt>
    <dgm:pt modelId="{A7D56CEB-CBA0-4E35-A344-CC6D7057ADA9}" type="pres">
      <dgm:prSet presAssocID="{42C9F8C3-01C6-4E18-8F46-B11BB4A9A01F}" presName="bgRect" presStyleLbl="bgShp" presStyleIdx="2" presStyleCnt="4"/>
      <dgm:spPr/>
    </dgm:pt>
    <dgm:pt modelId="{3D53AA10-C913-4FC3-A4E0-39D4F228CB56}" type="pres">
      <dgm:prSet presAssocID="{42C9F8C3-01C6-4E18-8F46-B11BB4A9A01F}" presName="iconRect" presStyleLbl="node1" presStyleIdx="2" presStyleCnt="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EABB686C-C777-404A-8AE7-5B2CC165B528}" type="pres">
      <dgm:prSet presAssocID="{42C9F8C3-01C6-4E18-8F46-B11BB4A9A01F}" presName="spaceRect" presStyleCnt="0"/>
      <dgm:spPr/>
    </dgm:pt>
    <dgm:pt modelId="{7449DD5D-7B34-4D24-9EEB-BCE315493A28}" type="pres">
      <dgm:prSet presAssocID="{42C9F8C3-01C6-4E18-8F46-B11BB4A9A01F}" presName="parTx" presStyleLbl="revTx" presStyleIdx="2" presStyleCnt="4">
        <dgm:presLayoutVars>
          <dgm:chMax val="0"/>
          <dgm:chPref val="0"/>
        </dgm:presLayoutVars>
      </dgm:prSet>
      <dgm:spPr/>
    </dgm:pt>
    <dgm:pt modelId="{22A8B40B-FFB8-4303-821F-70CCA521AF98}" type="pres">
      <dgm:prSet presAssocID="{3CAC06F1-8AB7-4F52-BBA4-EF1A6C382D59}" presName="sibTrans" presStyleCnt="0"/>
      <dgm:spPr/>
    </dgm:pt>
    <dgm:pt modelId="{73B8DE95-355B-4ADB-A61A-99A8B127B589}" type="pres">
      <dgm:prSet presAssocID="{13E66482-D727-45A8-8BAC-9057B5D0721D}" presName="compNode" presStyleCnt="0"/>
      <dgm:spPr/>
    </dgm:pt>
    <dgm:pt modelId="{AB37F64C-13FB-4BC1-9AA4-E36F63173A00}" type="pres">
      <dgm:prSet presAssocID="{13E66482-D727-45A8-8BAC-9057B5D0721D}" presName="bgRect" presStyleLbl="bgShp" presStyleIdx="3" presStyleCnt="4"/>
      <dgm:spPr/>
    </dgm:pt>
    <dgm:pt modelId="{C6586528-E691-4744-B92F-4282FA1F8E47}" type="pres">
      <dgm:prSet presAssocID="{13E66482-D727-45A8-8BAC-9057B5D0721D}" presName="iconRect" presStyleLbl="node1" presStyleIdx="3" presStyleCnt="4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44E72FFD-F30A-4DDC-8103-1DAE87173933}" type="pres">
      <dgm:prSet presAssocID="{13E66482-D727-45A8-8BAC-9057B5D0721D}" presName="spaceRect" presStyleCnt="0"/>
      <dgm:spPr/>
    </dgm:pt>
    <dgm:pt modelId="{B8E64430-94E8-41F3-960D-3DDBCFD218BF}" type="pres">
      <dgm:prSet presAssocID="{13E66482-D727-45A8-8BAC-9057B5D0721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916E907-2F72-4CB1-B5CF-540EA8F0F7F5}" type="presOf" srcId="{D1E095B7-C9F3-48B2-A179-9AEAE41A2A24}" destId="{6ECF152D-6F66-4434-B22E-9648CF6DBEBD}" srcOrd="0" destOrd="0" presId="urn:microsoft.com/office/officeart/2018/2/layout/IconVerticalSolidList"/>
    <dgm:cxn modelId="{57A9DC2E-A7D3-4B45-A023-2125C7F690C2}" srcId="{D1E095B7-C9F3-48B2-A179-9AEAE41A2A24}" destId="{E45E30EB-6DF7-4162-ACF1-B30466B06AF7}" srcOrd="1" destOrd="0" parTransId="{F23A8EC7-3668-45BD-9094-A5D009EA31CC}" sibTransId="{C3107F34-0927-44EC-834A-16607AF26490}"/>
    <dgm:cxn modelId="{E726073F-8D7F-404E-818A-4D2AFACE29B1}" type="presOf" srcId="{42C9F8C3-01C6-4E18-8F46-B11BB4A9A01F}" destId="{7449DD5D-7B34-4D24-9EEB-BCE315493A28}" srcOrd="0" destOrd="0" presId="urn:microsoft.com/office/officeart/2018/2/layout/IconVerticalSolidList"/>
    <dgm:cxn modelId="{561B9062-A9D6-4D4A-ADD1-7E735BD54B13}" type="presOf" srcId="{13E66482-D727-45A8-8BAC-9057B5D0721D}" destId="{B8E64430-94E8-41F3-960D-3DDBCFD218BF}" srcOrd="0" destOrd="0" presId="urn:microsoft.com/office/officeart/2018/2/layout/IconVerticalSolidList"/>
    <dgm:cxn modelId="{B1353F4B-2F33-47FB-8510-B1E6DA2DFA1B}" srcId="{D1E095B7-C9F3-48B2-A179-9AEAE41A2A24}" destId="{10CD2A48-B372-41E0-ACC3-6F45CA43C8E0}" srcOrd="0" destOrd="0" parTransId="{24BCFB0D-DCC2-4329-B1FC-AB0061B7CABB}" sibTransId="{4625DCA5-DC85-481F-A9F9-7300BD943892}"/>
    <dgm:cxn modelId="{9EB59F81-909A-47B7-BF25-B06B373899D3}" srcId="{D1E095B7-C9F3-48B2-A179-9AEAE41A2A24}" destId="{42C9F8C3-01C6-4E18-8F46-B11BB4A9A01F}" srcOrd="2" destOrd="0" parTransId="{18F6CD1E-E3E7-4238-9B54-FE3F335ED093}" sibTransId="{3CAC06F1-8AB7-4F52-BBA4-EF1A6C382D59}"/>
    <dgm:cxn modelId="{F4E5BB87-8D09-4497-AE28-6A6958B8DFE6}" srcId="{D1E095B7-C9F3-48B2-A179-9AEAE41A2A24}" destId="{13E66482-D727-45A8-8BAC-9057B5D0721D}" srcOrd="3" destOrd="0" parTransId="{6BAF64C7-2119-4733-9F38-D6BA61E020F3}" sibTransId="{114AFE7B-876F-455C-A2B3-89F49EB40449}"/>
    <dgm:cxn modelId="{83B2FDA6-BBA9-47D3-B0BB-B3DF1BA3BD0C}" type="presOf" srcId="{10CD2A48-B372-41E0-ACC3-6F45CA43C8E0}" destId="{82A8ADBC-626C-4BA4-8DF2-20FAB54615B1}" srcOrd="0" destOrd="0" presId="urn:microsoft.com/office/officeart/2018/2/layout/IconVerticalSolidList"/>
    <dgm:cxn modelId="{396BE2F6-534F-4369-A8C4-612CE6E0F7CA}" type="presOf" srcId="{E45E30EB-6DF7-4162-ACF1-B30466B06AF7}" destId="{91996137-9A61-4C62-97EA-DC8E68AC9EE5}" srcOrd="0" destOrd="0" presId="urn:microsoft.com/office/officeart/2018/2/layout/IconVerticalSolidList"/>
    <dgm:cxn modelId="{7F3E508A-F429-4B72-B9C9-49EB6D69F4E9}" type="presParOf" srcId="{6ECF152D-6F66-4434-B22E-9648CF6DBEBD}" destId="{23627A6D-8FF8-4AEC-B42D-0525F5FE471F}" srcOrd="0" destOrd="0" presId="urn:microsoft.com/office/officeart/2018/2/layout/IconVerticalSolidList"/>
    <dgm:cxn modelId="{E11D0917-CB03-4541-9B2E-CD9BA6566BA9}" type="presParOf" srcId="{23627A6D-8FF8-4AEC-B42D-0525F5FE471F}" destId="{C1D2B6AB-D04E-470D-A6AB-E4834A1B63AF}" srcOrd="0" destOrd="0" presId="urn:microsoft.com/office/officeart/2018/2/layout/IconVerticalSolidList"/>
    <dgm:cxn modelId="{06785069-B890-4592-9CB3-1AF3ADBA93AC}" type="presParOf" srcId="{23627A6D-8FF8-4AEC-B42D-0525F5FE471F}" destId="{5BF5654C-F47B-44C1-AA52-94A45BCEB50D}" srcOrd="1" destOrd="0" presId="urn:microsoft.com/office/officeart/2018/2/layout/IconVerticalSolidList"/>
    <dgm:cxn modelId="{DA728097-C93B-4CF9-9F77-612ADE1F66AA}" type="presParOf" srcId="{23627A6D-8FF8-4AEC-B42D-0525F5FE471F}" destId="{4B1DFAF7-7EA8-4B12-920A-3D3C3D6EE59C}" srcOrd="2" destOrd="0" presId="urn:microsoft.com/office/officeart/2018/2/layout/IconVerticalSolidList"/>
    <dgm:cxn modelId="{11441ABD-4281-4FAA-96BF-540C57CB03D2}" type="presParOf" srcId="{23627A6D-8FF8-4AEC-B42D-0525F5FE471F}" destId="{82A8ADBC-626C-4BA4-8DF2-20FAB54615B1}" srcOrd="3" destOrd="0" presId="urn:microsoft.com/office/officeart/2018/2/layout/IconVerticalSolidList"/>
    <dgm:cxn modelId="{3A64828F-C97C-4484-8CDD-71F303CB2E41}" type="presParOf" srcId="{6ECF152D-6F66-4434-B22E-9648CF6DBEBD}" destId="{537F5ED4-AB5C-4891-9ABD-2A688D5E73C3}" srcOrd="1" destOrd="0" presId="urn:microsoft.com/office/officeart/2018/2/layout/IconVerticalSolidList"/>
    <dgm:cxn modelId="{6866AF97-71AC-4BCB-84A4-1BA1DDE9CDF5}" type="presParOf" srcId="{6ECF152D-6F66-4434-B22E-9648CF6DBEBD}" destId="{1B0F0B84-20D0-43C5-AAC4-02D293712399}" srcOrd="2" destOrd="0" presId="urn:microsoft.com/office/officeart/2018/2/layout/IconVerticalSolidList"/>
    <dgm:cxn modelId="{4BE35E7A-8B87-4916-8E3B-DE9E2A46F24A}" type="presParOf" srcId="{1B0F0B84-20D0-43C5-AAC4-02D293712399}" destId="{E5E273EE-9D40-4A39-AC0A-24B3F246CDA2}" srcOrd="0" destOrd="0" presId="urn:microsoft.com/office/officeart/2018/2/layout/IconVerticalSolidList"/>
    <dgm:cxn modelId="{492F8801-AE5A-46AB-8C71-E855785F03BE}" type="presParOf" srcId="{1B0F0B84-20D0-43C5-AAC4-02D293712399}" destId="{F5635E8C-6B19-4F2F-B2C9-E244E793A254}" srcOrd="1" destOrd="0" presId="urn:microsoft.com/office/officeart/2018/2/layout/IconVerticalSolidList"/>
    <dgm:cxn modelId="{101CC1ED-1E35-490D-9098-C08DF230E652}" type="presParOf" srcId="{1B0F0B84-20D0-43C5-AAC4-02D293712399}" destId="{3BD02A27-D3AF-4AEC-A9BF-03D5533EC5BD}" srcOrd="2" destOrd="0" presId="urn:microsoft.com/office/officeart/2018/2/layout/IconVerticalSolidList"/>
    <dgm:cxn modelId="{047AE8E4-AEB3-4B18-90C4-82031B6595EE}" type="presParOf" srcId="{1B0F0B84-20D0-43C5-AAC4-02D293712399}" destId="{91996137-9A61-4C62-97EA-DC8E68AC9EE5}" srcOrd="3" destOrd="0" presId="urn:microsoft.com/office/officeart/2018/2/layout/IconVerticalSolidList"/>
    <dgm:cxn modelId="{4CCFED53-322D-41D9-B3F7-207853331794}" type="presParOf" srcId="{6ECF152D-6F66-4434-B22E-9648CF6DBEBD}" destId="{4DD22604-F673-424F-B230-9360E8268EF4}" srcOrd="3" destOrd="0" presId="urn:microsoft.com/office/officeart/2018/2/layout/IconVerticalSolidList"/>
    <dgm:cxn modelId="{D0E68606-0DC6-49C7-8ADD-A829F6E6EA2B}" type="presParOf" srcId="{6ECF152D-6F66-4434-B22E-9648CF6DBEBD}" destId="{5570A2C6-5A24-43D4-B993-1AB548841470}" srcOrd="4" destOrd="0" presId="urn:microsoft.com/office/officeart/2018/2/layout/IconVerticalSolidList"/>
    <dgm:cxn modelId="{D8C7A43F-A2C8-4B0B-949B-E6DB5B151EC4}" type="presParOf" srcId="{5570A2C6-5A24-43D4-B993-1AB548841470}" destId="{A7D56CEB-CBA0-4E35-A344-CC6D7057ADA9}" srcOrd="0" destOrd="0" presId="urn:microsoft.com/office/officeart/2018/2/layout/IconVerticalSolidList"/>
    <dgm:cxn modelId="{04D8DE13-BDCA-4951-8679-796241C08D4C}" type="presParOf" srcId="{5570A2C6-5A24-43D4-B993-1AB548841470}" destId="{3D53AA10-C913-4FC3-A4E0-39D4F228CB56}" srcOrd="1" destOrd="0" presId="urn:microsoft.com/office/officeart/2018/2/layout/IconVerticalSolidList"/>
    <dgm:cxn modelId="{45915984-733A-419D-9C77-32786B9B30A6}" type="presParOf" srcId="{5570A2C6-5A24-43D4-B993-1AB548841470}" destId="{EABB686C-C777-404A-8AE7-5B2CC165B528}" srcOrd="2" destOrd="0" presId="urn:microsoft.com/office/officeart/2018/2/layout/IconVerticalSolidList"/>
    <dgm:cxn modelId="{FFEC942B-96FD-48B2-B2C6-B4108519D0BD}" type="presParOf" srcId="{5570A2C6-5A24-43D4-B993-1AB548841470}" destId="{7449DD5D-7B34-4D24-9EEB-BCE315493A28}" srcOrd="3" destOrd="0" presId="urn:microsoft.com/office/officeart/2018/2/layout/IconVerticalSolidList"/>
    <dgm:cxn modelId="{A3A17952-1CDC-4024-86D1-64DE411E8DDF}" type="presParOf" srcId="{6ECF152D-6F66-4434-B22E-9648CF6DBEBD}" destId="{22A8B40B-FFB8-4303-821F-70CCA521AF98}" srcOrd="5" destOrd="0" presId="urn:microsoft.com/office/officeart/2018/2/layout/IconVerticalSolidList"/>
    <dgm:cxn modelId="{9DB1648D-95CD-4329-A067-CF76A85C99D9}" type="presParOf" srcId="{6ECF152D-6F66-4434-B22E-9648CF6DBEBD}" destId="{73B8DE95-355B-4ADB-A61A-99A8B127B589}" srcOrd="6" destOrd="0" presId="urn:microsoft.com/office/officeart/2018/2/layout/IconVerticalSolidList"/>
    <dgm:cxn modelId="{522410D6-7CEE-4FA8-9810-925815D43BD4}" type="presParOf" srcId="{73B8DE95-355B-4ADB-A61A-99A8B127B589}" destId="{AB37F64C-13FB-4BC1-9AA4-E36F63173A00}" srcOrd="0" destOrd="0" presId="urn:microsoft.com/office/officeart/2018/2/layout/IconVerticalSolidList"/>
    <dgm:cxn modelId="{214336DE-553F-4060-BF03-78ED6CCB780B}" type="presParOf" srcId="{73B8DE95-355B-4ADB-A61A-99A8B127B589}" destId="{C6586528-E691-4744-B92F-4282FA1F8E47}" srcOrd="1" destOrd="0" presId="urn:microsoft.com/office/officeart/2018/2/layout/IconVerticalSolidList"/>
    <dgm:cxn modelId="{57B734AA-B28E-455C-A799-128B319394A5}" type="presParOf" srcId="{73B8DE95-355B-4ADB-A61A-99A8B127B589}" destId="{44E72FFD-F30A-4DDC-8103-1DAE87173933}" srcOrd="2" destOrd="0" presId="urn:microsoft.com/office/officeart/2018/2/layout/IconVerticalSolidList"/>
    <dgm:cxn modelId="{988B89CC-BED3-4B0C-8412-FD71F7CA711D}" type="presParOf" srcId="{73B8DE95-355B-4ADB-A61A-99A8B127B589}" destId="{B8E64430-94E8-41F3-960D-3DDBCFD218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4C2436E-8FC2-4689-88B3-301A510CC90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A10F5CF-BFC4-4FC3-922B-F6933B6424EF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 i="0" baseline="0" dirty="0"/>
            <a:t>Simulación y lógica:</a:t>
          </a:r>
          <a:endParaRPr lang="en-US" dirty="0"/>
        </a:p>
      </dgm:t>
    </dgm:pt>
    <dgm:pt modelId="{BC2FC30E-58BB-4FF2-8B66-4497F9B2F319}" type="parTrans" cxnId="{3C046647-D94D-44B7-B8C9-1A6937623A1E}">
      <dgm:prSet/>
      <dgm:spPr/>
      <dgm:t>
        <a:bodyPr/>
        <a:lstStyle/>
        <a:p>
          <a:endParaRPr lang="en-US"/>
        </a:p>
      </dgm:t>
    </dgm:pt>
    <dgm:pt modelId="{67AFBA26-C7F1-4EA5-9349-2C6B6D4A7BF6}" type="sibTrans" cxnId="{3C046647-D94D-44B7-B8C9-1A6937623A1E}">
      <dgm:prSet/>
      <dgm:spPr/>
      <dgm:t>
        <a:bodyPr/>
        <a:lstStyle/>
        <a:p>
          <a:endParaRPr lang="en-US"/>
        </a:p>
      </dgm:t>
    </dgm:pt>
    <dgm:pt modelId="{F01808A7-C048-44A2-A194-A3FE3FA989B0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 i="0" baseline="0"/>
            <a:t>Secuencia de acciones con “espera” y “eventos”</a:t>
          </a:r>
          <a:endParaRPr lang="en-US"/>
        </a:p>
      </dgm:t>
    </dgm:pt>
    <dgm:pt modelId="{E8728748-9A88-4981-B453-42E61C0622C2}" type="parTrans" cxnId="{B150D115-C54C-4DCC-AA84-84407664A12A}">
      <dgm:prSet/>
      <dgm:spPr/>
      <dgm:t>
        <a:bodyPr/>
        <a:lstStyle/>
        <a:p>
          <a:endParaRPr lang="en-US"/>
        </a:p>
      </dgm:t>
    </dgm:pt>
    <dgm:pt modelId="{0D067574-E204-4414-BC0C-09B2A5F77942}" type="sibTrans" cxnId="{B150D115-C54C-4DCC-AA84-84407664A12A}">
      <dgm:prSet/>
      <dgm:spPr/>
      <dgm:t>
        <a:bodyPr/>
        <a:lstStyle/>
        <a:p>
          <a:endParaRPr lang="en-US"/>
        </a:p>
      </dgm:t>
    </dgm:pt>
    <dgm:pt modelId="{587C7228-794F-4F43-BA21-86319A95CE66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0" i="0" baseline="0"/>
            <a:t>Usar bloques esperar, mostrar texto, mensaje enviado/recibido.</a:t>
          </a:r>
          <a:endParaRPr lang="en-US"/>
        </a:p>
      </dgm:t>
    </dgm:pt>
    <dgm:pt modelId="{CEBED836-885A-4788-8292-C5C03F34F8B1}" type="parTrans" cxnId="{521BF444-7C13-45CA-BC6C-96FF16FAACE6}">
      <dgm:prSet/>
      <dgm:spPr/>
      <dgm:t>
        <a:bodyPr/>
        <a:lstStyle/>
        <a:p>
          <a:endParaRPr lang="en-US"/>
        </a:p>
      </dgm:t>
    </dgm:pt>
    <dgm:pt modelId="{05186447-4803-4D56-864E-69FC10E221B2}" type="sibTrans" cxnId="{521BF444-7C13-45CA-BC6C-96FF16FAACE6}">
      <dgm:prSet/>
      <dgm:spPr/>
      <dgm:t>
        <a:bodyPr/>
        <a:lstStyle/>
        <a:p>
          <a:endParaRPr lang="en-US"/>
        </a:p>
      </dgm:t>
    </dgm:pt>
    <dgm:pt modelId="{9F4C83DD-19DE-4AFB-ACA3-F06678FF9BED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 i="0" baseline="0"/>
            <a:t>Condicionales y bucles</a:t>
          </a:r>
          <a:endParaRPr lang="en-US"/>
        </a:p>
      </dgm:t>
    </dgm:pt>
    <dgm:pt modelId="{D65F2341-785B-42C4-B8A8-D90527E4B6EE}" type="parTrans" cxnId="{699D7E9B-9994-4B4B-9EB6-33B265EE3D5F}">
      <dgm:prSet/>
      <dgm:spPr/>
      <dgm:t>
        <a:bodyPr/>
        <a:lstStyle/>
        <a:p>
          <a:endParaRPr lang="en-US"/>
        </a:p>
      </dgm:t>
    </dgm:pt>
    <dgm:pt modelId="{67705CB4-009A-4D0F-9F94-4F0CB709393A}" type="sibTrans" cxnId="{699D7E9B-9994-4B4B-9EB6-33B265EE3D5F}">
      <dgm:prSet/>
      <dgm:spPr/>
      <dgm:t>
        <a:bodyPr/>
        <a:lstStyle/>
        <a:p>
          <a:endParaRPr lang="en-US"/>
        </a:p>
      </dgm:t>
    </dgm:pt>
    <dgm:pt modelId="{E722F694-EC9E-49AA-B830-2CE0E0063BA2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0" i="0" baseline="0"/>
            <a:t>Simular un comportamiento con sensores ficticios:</a:t>
          </a:r>
          <a:br>
            <a:rPr lang="es-CL" b="0" i="0" baseline="0"/>
          </a:br>
          <a:r>
            <a:rPr lang="es-CL" b="0" i="0" baseline="0"/>
            <a:t>Si variable "distancia" &lt; 20 entonces mostrar "obstáculo".</a:t>
          </a:r>
          <a:endParaRPr lang="en-US"/>
        </a:p>
      </dgm:t>
    </dgm:pt>
    <dgm:pt modelId="{F08226EB-8DAA-4101-A86D-40ED85FC0944}" type="parTrans" cxnId="{A6528E22-88F9-4CD3-9467-42A40B729CB9}">
      <dgm:prSet/>
      <dgm:spPr/>
      <dgm:t>
        <a:bodyPr/>
        <a:lstStyle/>
        <a:p>
          <a:endParaRPr lang="en-US"/>
        </a:p>
      </dgm:t>
    </dgm:pt>
    <dgm:pt modelId="{5F0AC54A-E17E-4122-A325-D3782E8B7471}" type="sibTrans" cxnId="{A6528E22-88F9-4CD3-9467-42A40B729CB9}">
      <dgm:prSet/>
      <dgm:spPr/>
      <dgm:t>
        <a:bodyPr/>
        <a:lstStyle/>
        <a:p>
          <a:endParaRPr lang="en-US"/>
        </a:p>
      </dgm:t>
    </dgm:pt>
    <dgm:pt modelId="{76B5630A-95D9-4BC0-B174-1DA4254E00C7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 i="0" baseline="0"/>
            <a:t>Práctica de estructuras de control</a:t>
          </a:r>
          <a:endParaRPr lang="en-US"/>
        </a:p>
      </dgm:t>
    </dgm:pt>
    <dgm:pt modelId="{FABB6B4A-677D-4A7A-80CF-1A0518C0A925}" type="parTrans" cxnId="{C2E84235-862E-4703-ADDC-6F02C04D0203}">
      <dgm:prSet/>
      <dgm:spPr/>
      <dgm:t>
        <a:bodyPr/>
        <a:lstStyle/>
        <a:p>
          <a:endParaRPr lang="en-US"/>
        </a:p>
      </dgm:t>
    </dgm:pt>
    <dgm:pt modelId="{7C3471D9-5C0C-439F-84E1-A6C611183090}" type="sibTrans" cxnId="{C2E84235-862E-4703-ADDC-6F02C04D0203}">
      <dgm:prSet/>
      <dgm:spPr/>
      <dgm:t>
        <a:bodyPr/>
        <a:lstStyle/>
        <a:p>
          <a:endParaRPr lang="en-US"/>
        </a:p>
      </dgm:t>
    </dgm:pt>
    <dgm:pt modelId="{7B8E4F19-1128-4610-98E1-5B86121ADD08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0" i="0" baseline="0"/>
            <a:t>Usar variables como simuladores de estados:</a:t>
          </a:r>
          <a:br>
            <a:rPr lang="es-CL" b="0" i="0" baseline="0"/>
          </a:br>
          <a:r>
            <a:rPr lang="es-CL" b="0" i="0" baseline="0"/>
            <a:t>si "estado" = "caminando" entonces cambiar a "sentado".</a:t>
          </a:r>
          <a:endParaRPr lang="en-US"/>
        </a:p>
      </dgm:t>
    </dgm:pt>
    <dgm:pt modelId="{10D2FDA8-1C90-45CD-B9CC-D3F73380507C}" type="parTrans" cxnId="{7D745D49-E490-4230-8D1F-63E6DE4653EB}">
      <dgm:prSet/>
      <dgm:spPr/>
      <dgm:t>
        <a:bodyPr/>
        <a:lstStyle/>
        <a:p>
          <a:endParaRPr lang="en-US"/>
        </a:p>
      </dgm:t>
    </dgm:pt>
    <dgm:pt modelId="{7AA300BD-CB24-4EC7-95C0-C6E9D6632B31}" type="sibTrans" cxnId="{7D745D49-E490-4230-8D1F-63E6DE4653EB}">
      <dgm:prSet/>
      <dgm:spPr/>
      <dgm:t>
        <a:bodyPr/>
        <a:lstStyle/>
        <a:p>
          <a:endParaRPr lang="en-US"/>
        </a:p>
      </dgm:t>
    </dgm:pt>
    <dgm:pt modelId="{C9169C9F-5D4D-4BC1-A3A1-A4CA27894ED7}" type="pres">
      <dgm:prSet presAssocID="{74C2436E-8FC2-4689-88B3-301A510CC903}" presName="root" presStyleCnt="0">
        <dgm:presLayoutVars>
          <dgm:dir/>
          <dgm:resizeHandles val="exact"/>
        </dgm:presLayoutVars>
      </dgm:prSet>
      <dgm:spPr/>
    </dgm:pt>
    <dgm:pt modelId="{B08CD733-56EB-47E8-827F-6BC5A57E69C2}" type="pres">
      <dgm:prSet presAssocID="{AA10F5CF-BFC4-4FC3-922B-F6933B6424EF}" presName="compNode" presStyleCnt="0"/>
      <dgm:spPr/>
    </dgm:pt>
    <dgm:pt modelId="{24D8B64E-F03A-453A-9FF3-DA439A0BEDAE}" type="pres">
      <dgm:prSet presAssocID="{AA10F5CF-BFC4-4FC3-922B-F6933B6424EF}" presName="bgRect" presStyleLbl="bgShp" presStyleIdx="0" presStyleCnt="4"/>
      <dgm:spPr/>
    </dgm:pt>
    <dgm:pt modelId="{E830A0E3-B714-48C1-B4B8-FE68BEA2B50B}" type="pres">
      <dgm:prSet presAssocID="{AA10F5CF-BFC4-4FC3-922B-F6933B6424E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8E45BCA7-C235-46DA-943F-495AAC071FEE}" type="pres">
      <dgm:prSet presAssocID="{AA10F5CF-BFC4-4FC3-922B-F6933B6424EF}" presName="spaceRect" presStyleCnt="0"/>
      <dgm:spPr/>
    </dgm:pt>
    <dgm:pt modelId="{DFD65EF7-D1BF-451F-8498-D5B0EF1F72B2}" type="pres">
      <dgm:prSet presAssocID="{AA10F5CF-BFC4-4FC3-922B-F6933B6424EF}" presName="parTx" presStyleLbl="revTx" presStyleIdx="0" presStyleCnt="7">
        <dgm:presLayoutVars>
          <dgm:chMax val="0"/>
          <dgm:chPref val="0"/>
        </dgm:presLayoutVars>
      </dgm:prSet>
      <dgm:spPr/>
    </dgm:pt>
    <dgm:pt modelId="{4D44DF34-4ED0-4241-9974-C80EB4FCB4A2}" type="pres">
      <dgm:prSet presAssocID="{67AFBA26-C7F1-4EA5-9349-2C6B6D4A7BF6}" presName="sibTrans" presStyleCnt="0"/>
      <dgm:spPr/>
    </dgm:pt>
    <dgm:pt modelId="{0242E600-EE8C-4866-BE5B-616158C37757}" type="pres">
      <dgm:prSet presAssocID="{F01808A7-C048-44A2-A194-A3FE3FA989B0}" presName="compNode" presStyleCnt="0"/>
      <dgm:spPr/>
    </dgm:pt>
    <dgm:pt modelId="{0C6D0C33-7091-4684-9E4C-F1D00B75D0A0}" type="pres">
      <dgm:prSet presAssocID="{F01808A7-C048-44A2-A194-A3FE3FA989B0}" presName="bgRect" presStyleLbl="bgShp" presStyleIdx="1" presStyleCnt="4"/>
      <dgm:spPr/>
    </dgm:pt>
    <dgm:pt modelId="{6A89A51A-A4A9-4AE8-BA05-B484690F3D4E}" type="pres">
      <dgm:prSet presAssocID="{F01808A7-C048-44A2-A194-A3FE3FA989B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loj de arena terminado"/>
        </a:ext>
      </dgm:extLst>
    </dgm:pt>
    <dgm:pt modelId="{C66423D0-FC5A-4453-ADBF-CAF0EC1A4C4A}" type="pres">
      <dgm:prSet presAssocID="{F01808A7-C048-44A2-A194-A3FE3FA989B0}" presName="spaceRect" presStyleCnt="0"/>
      <dgm:spPr/>
    </dgm:pt>
    <dgm:pt modelId="{4A97A05B-F2D2-4AFD-827D-1CD11F81F9A0}" type="pres">
      <dgm:prSet presAssocID="{F01808A7-C048-44A2-A194-A3FE3FA989B0}" presName="parTx" presStyleLbl="revTx" presStyleIdx="1" presStyleCnt="7">
        <dgm:presLayoutVars>
          <dgm:chMax val="0"/>
          <dgm:chPref val="0"/>
        </dgm:presLayoutVars>
      </dgm:prSet>
      <dgm:spPr/>
    </dgm:pt>
    <dgm:pt modelId="{7E533AF6-2AC8-4C77-A593-280C12885AC9}" type="pres">
      <dgm:prSet presAssocID="{F01808A7-C048-44A2-A194-A3FE3FA989B0}" presName="desTx" presStyleLbl="revTx" presStyleIdx="2" presStyleCnt="7">
        <dgm:presLayoutVars/>
      </dgm:prSet>
      <dgm:spPr/>
    </dgm:pt>
    <dgm:pt modelId="{A802574B-81CD-4391-9F62-95B989E0B4B9}" type="pres">
      <dgm:prSet presAssocID="{0D067574-E204-4414-BC0C-09B2A5F77942}" presName="sibTrans" presStyleCnt="0"/>
      <dgm:spPr/>
    </dgm:pt>
    <dgm:pt modelId="{73710148-E926-4427-8EEE-F9B6B7FC8EDE}" type="pres">
      <dgm:prSet presAssocID="{9F4C83DD-19DE-4AFB-ACA3-F06678FF9BED}" presName="compNode" presStyleCnt="0"/>
      <dgm:spPr/>
    </dgm:pt>
    <dgm:pt modelId="{196C3F97-8852-4078-8B01-818C61AD3211}" type="pres">
      <dgm:prSet presAssocID="{9F4C83DD-19DE-4AFB-ACA3-F06678FF9BED}" presName="bgRect" presStyleLbl="bgShp" presStyleIdx="2" presStyleCnt="4"/>
      <dgm:spPr/>
    </dgm:pt>
    <dgm:pt modelId="{F37AE7C0-517C-4515-95D6-FFC1C2E62E00}" type="pres">
      <dgm:prSet presAssocID="{9F4C83DD-19DE-4AFB-ACA3-F06678FF9BE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125138FD-A8AD-4CB2-9D6F-8C2D3899C31D}" type="pres">
      <dgm:prSet presAssocID="{9F4C83DD-19DE-4AFB-ACA3-F06678FF9BED}" presName="spaceRect" presStyleCnt="0"/>
      <dgm:spPr/>
    </dgm:pt>
    <dgm:pt modelId="{78798B3C-6E92-4B51-97EE-04BE591D1A4A}" type="pres">
      <dgm:prSet presAssocID="{9F4C83DD-19DE-4AFB-ACA3-F06678FF9BED}" presName="parTx" presStyleLbl="revTx" presStyleIdx="3" presStyleCnt="7">
        <dgm:presLayoutVars>
          <dgm:chMax val="0"/>
          <dgm:chPref val="0"/>
        </dgm:presLayoutVars>
      </dgm:prSet>
      <dgm:spPr/>
    </dgm:pt>
    <dgm:pt modelId="{CFCAD1A7-21EC-4C89-A91E-1E71C91F0F65}" type="pres">
      <dgm:prSet presAssocID="{9F4C83DD-19DE-4AFB-ACA3-F06678FF9BED}" presName="desTx" presStyleLbl="revTx" presStyleIdx="4" presStyleCnt="7">
        <dgm:presLayoutVars/>
      </dgm:prSet>
      <dgm:spPr/>
    </dgm:pt>
    <dgm:pt modelId="{285FF63E-F5F0-4497-BD91-EA71C09F6C45}" type="pres">
      <dgm:prSet presAssocID="{67705CB4-009A-4D0F-9F94-4F0CB709393A}" presName="sibTrans" presStyleCnt="0"/>
      <dgm:spPr/>
    </dgm:pt>
    <dgm:pt modelId="{E23A4897-DD69-47AA-9C29-41D78A17312A}" type="pres">
      <dgm:prSet presAssocID="{76B5630A-95D9-4BC0-B174-1DA4254E00C7}" presName="compNode" presStyleCnt="0"/>
      <dgm:spPr/>
    </dgm:pt>
    <dgm:pt modelId="{A6E5A371-8FD2-4E88-B32D-46D128A23E29}" type="pres">
      <dgm:prSet presAssocID="{76B5630A-95D9-4BC0-B174-1DA4254E00C7}" presName="bgRect" presStyleLbl="bgShp" presStyleIdx="3" presStyleCnt="4"/>
      <dgm:spPr/>
    </dgm:pt>
    <dgm:pt modelId="{5ACBCA84-8119-43D9-AC2B-CE323F7B8401}" type="pres">
      <dgm:prSet presAssocID="{76B5630A-95D9-4BC0-B174-1DA4254E00C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B52B4601-F238-4117-982F-1B906C5F746D}" type="pres">
      <dgm:prSet presAssocID="{76B5630A-95D9-4BC0-B174-1DA4254E00C7}" presName="spaceRect" presStyleCnt="0"/>
      <dgm:spPr/>
    </dgm:pt>
    <dgm:pt modelId="{398F6D8B-E556-45F9-99E3-3EB8AA09730A}" type="pres">
      <dgm:prSet presAssocID="{76B5630A-95D9-4BC0-B174-1DA4254E00C7}" presName="parTx" presStyleLbl="revTx" presStyleIdx="5" presStyleCnt="7">
        <dgm:presLayoutVars>
          <dgm:chMax val="0"/>
          <dgm:chPref val="0"/>
        </dgm:presLayoutVars>
      </dgm:prSet>
      <dgm:spPr/>
    </dgm:pt>
    <dgm:pt modelId="{B1755413-7EB0-44DB-A214-692EE68BC8A3}" type="pres">
      <dgm:prSet presAssocID="{76B5630A-95D9-4BC0-B174-1DA4254E00C7}" presName="desTx" presStyleLbl="revTx" presStyleIdx="6" presStyleCnt="7">
        <dgm:presLayoutVars/>
      </dgm:prSet>
      <dgm:spPr/>
    </dgm:pt>
  </dgm:ptLst>
  <dgm:cxnLst>
    <dgm:cxn modelId="{B150D115-C54C-4DCC-AA84-84407664A12A}" srcId="{74C2436E-8FC2-4689-88B3-301A510CC903}" destId="{F01808A7-C048-44A2-A194-A3FE3FA989B0}" srcOrd="1" destOrd="0" parTransId="{E8728748-9A88-4981-B453-42E61C0622C2}" sibTransId="{0D067574-E204-4414-BC0C-09B2A5F77942}"/>
    <dgm:cxn modelId="{B7CC571C-8058-490A-BE61-441B7A1054F5}" type="presOf" srcId="{76B5630A-95D9-4BC0-B174-1DA4254E00C7}" destId="{398F6D8B-E556-45F9-99E3-3EB8AA09730A}" srcOrd="0" destOrd="0" presId="urn:microsoft.com/office/officeart/2018/2/layout/IconVerticalSolidList"/>
    <dgm:cxn modelId="{347B2C1D-6A56-45E3-BE4A-B58596118756}" type="presOf" srcId="{7B8E4F19-1128-4610-98E1-5B86121ADD08}" destId="{B1755413-7EB0-44DB-A214-692EE68BC8A3}" srcOrd="0" destOrd="0" presId="urn:microsoft.com/office/officeart/2018/2/layout/IconVerticalSolidList"/>
    <dgm:cxn modelId="{A6528E22-88F9-4CD3-9467-42A40B729CB9}" srcId="{9F4C83DD-19DE-4AFB-ACA3-F06678FF9BED}" destId="{E722F694-EC9E-49AA-B830-2CE0E0063BA2}" srcOrd="0" destOrd="0" parTransId="{F08226EB-8DAA-4101-A86D-40ED85FC0944}" sibTransId="{5F0AC54A-E17E-4122-A325-D3782E8B7471}"/>
    <dgm:cxn modelId="{C2E84235-862E-4703-ADDC-6F02C04D0203}" srcId="{74C2436E-8FC2-4689-88B3-301A510CC903}" destId="{76B5630A-95D9-4BC0-B174-1DA4254E00C7}" srcOrd="3" destOrd="0" parTransId="{FABB6B4A-677D-4A7A-80CF-1A0518C0A925}" sibTransId="{7C3471D9-5C0C-439F-84E1-A6C611183090}"/>
    <dgm:cxn modelId="{918BAE39-922C-4376-A768-5281C88E2C8F}" type="presOf" srcId="{F01808A7-C048-44A2-A194-A3FE3FA989B0}" destId="{4A97A05B-F2D2-4AFD-827D-1CD11F81F9A0}" srcOrd="0" destOrd="0" presId="urn:microsoft.com/office/officeart/2018/2/layout/IconVerticalSolidList"/>
    <dgm:cxn modelId="{3CD96A5E-E79C-4459-A25F-C72433EEA247}" type="presOf" srcId="{74C2436E-8FC2-4689-88B3-301A510CC903}" destId="{C9169C9F-5D4D-4BC1-A3A1-A4CA27894ED7}" srcOrd="0" destOrd="0" presId="urn:microsoft.com/office/officeart/2018/2/layout/IconVerticalSolidList"/>
    <dgm:cxn modelId="{521BF444-7C13-45CA-BC6C-96FF16FAACE6}" srcId="{F01808A7-C048-44A2-A194-A3FE3FA989B0}" destId="{587C7228-794F-4F43-BA21-86319A95CE66}" srcOrd="0" destOrd="0" parTransId="{CEBED836-885A-4788-8292-C5C03F34F8B1}" sibTransId="{05186447-4803-4D56-864E-69FC10E221B2}"/>
    <dgm:cxn modelId="{3C046647-D94D-44B7-B8C9-1A6937623A1E}" srcId="{74C2436E-8FC2-4689-88B3-301A510CC903}" destId="{AA10F5CF-BFC4-4FC3-922B-F6933B6424EF}" srcOrd="0" destOrd="0" parTransId="{BC2FC30E-58BB-4FF2-8B66-4497F9B2F319}" sibTransId="{67AFBA26-C7F1-4EA5-9349-2C6B6D4A7BF6}"/>
    <dgm:cxn modelId="{7D745D49-E490-4230-8D1F-63E6DE4653EB}" srcId="{76B5630A-95D9-4BC0-B174-1DA4254E00C7}" destId="{7B8E4F19-1128-4610-98E1-5B86121ADD08}" srcOrd="0" destOrd="0" parTransId="{10D2FDA8-1C90-45CD-B9CC-D3F73380507C}" sibTransId="{7AA300BD-CB24-4EC7-95C0-C6E9D6632B31}"/>
    <dgm:cxn modelId="{F997CE4A-1A60-433E-8E63-F0DA2A294803}" type="presOf" srcId="{AA10F5CF-BFC4-4FC3-922B-F6933B6424EF}" destId="{DFD65EF7-D1BF-451F-8498-D5B0EF1F72B2}" srcOrd="0" destOrd="0" presId="urn:microsoft.com/office/officeart/2018/2/layout/IconVerticalSolidList"/>
    <dgm:cxn modelId="{F1E0397F-649E-4D29-90C3-81D03FFBD93E}" type="presOf" srcId="{E722F694-EC9E-49AA-B830-2CE0E0063BA2}" destId="{CFCAD1A7-21EC-4C89-A91E-1E71C91F0F65}" srcOrd="0" destOrd="0" presId="urn:microsoft.com/office/officeart/2018/2/layout/IconVerticalSolidList"/>
    <dgm:cxn modelId="{699D7E9B-9994-4B4B-9EB6-33B265EE3D5F}" srcId="{74C2436E-8FC2-4689-88B3-301A510CC903}" destId="{9F4C83DD-19DE-4AFB-ACA3-F06678FF9BED}" srcOrd="2" destOrd="0" parTransId="{D65F2341-785B-42C4-B8A8-D90527E4B6EE}" sibTransId="{67705CB4-009A-4D0F-9F94-4F0CB709393A}"/>
    <dgm:cxn modelId="{9596E5F2-5D30-4266-914C-80029CE58205}" type="presOf" srcId="{9F4C83DD-19DE-4AFB-ACA3-F06678FF9BED}" destId="{78798B3C-6E92-4B51-97EE-04BE591D1A4A}" srcOrd="0" destOrd="0" presId="urn:microsoft.com/office/officeart/2018/2/layout/IconVerticalSolidList"/>
    <dgm:cxn modelId="{2C6750F9-4704-4DB1-A449-32A7A5C3E571}" type="presOf" srcId="{587C7228-794F-4F43-BA21-86319A95CE66}" destId="{7E533AF6-2AC8-4C77-A593-280C12885AC9}" srcOrd="0" destOrd="0" presId="urn:microsoft.com/office/officeart/2018/2/layout/IconVerticalSolidList"/>
    <dgm:cxn modelId="{C0B6E5FB-1502-47FA-9AC1-FC19C3E6F1CC}" type="presParOf" srcId="{C9169C9F-5D4D-4BC1-A3A1-A4CA27894ED7}" destId="{B08CD733-56EB-47E8-827F-6BC5A57E69C2}" srcOrd="0" destOrd="0" presId="urn:microsoft.com/office/officeart/2018/2/layout/IconVerticalSolidList"/>
    <dgm:cxn modelId="{065280C8-1B94-4B68-912E-C31591A208F3}" type="presParOf" srcId="{B08CD733-56EB-47E8-827F-6BC5A57E69C2}" destId="{24D8B64E-F03A-453A-9FF3-DA439A0BEDAE}" srcOrd="0" destOrd="0" presId="urn:microsoft.com/office/officeart/2018/2/layout/IconVerticalSolidList"/>
    <dgm:cxn modelId="{91340B82-BBE9-4D40-9A00-542CDA6EDCF2}" type="presParOf" srcId="{B08CD733-56EB-47E8-827F-6BC5A57E69C2}" destId="{E830A0E3-B714-48C1-B4B8-FE68BEA2B50B}" srcOrd="1" destOrd="0" presId="urn:microsoft.com/office/officeart/2018/2/layout/IconVerticalSolidList"/>
    <dgm:cxn modelId="{DD04AE6F-40B1-4045-A716-4B9878E99FBE}" type="presParOf" srcId="{B08CD733-56EB-47E8-827F-6BC5A57E69C2}" destId="{8E45BCA7-C235-46DA-943F-495AAC071FEE}" srcOrd="2" destOrd="0" presId="urn:microsoft.com/office/officeart/2018/2/layout/IconVerticalSolidList"/>
    <dgm:cxn modelId="{1B150BEE-625F-4ED3-8A8F-8270312579A3}" type="presParOf" srcId="{B08CD733-56EB-47E8-827F-6BC5A57E69C2}" destId="{DFD65EF7-D1BF-451F-8498-D5B0EF1F72B2}" srcOrd="3" destOrd="0" presId="urn:microsoft.com/office/officeart/2018/2/layout/IconVerticalSolidList"/>
    <dgm:cxn modelId="{92FF9F7B-991D-4942-9969-6CD758F33E70}" type="presParOf" srcId="{C9169C9F-5D4D-4BC1-A3A1-A4CA27894ED7}" destId="{4D44DF34-4ED0-4241-9974-C80EB4FCB4A2}" srcOrd="1" destOrd="0" presId="urn:microsoft.com/office/officeart/2018/2/layout/IconVerticalSolidList"/>
    <dgm:cxn modelId="{0F867550-D4F0-4BF6-949C-AD2A8ADA24C2}" type="presParOf" srcId="{C9169C9F-5D4D-4BC1-A3A1-A4CA27894ED7}" destId="{0242E600-EE8C-4866-BE5B-616158C37757}" srcOrd="2" destOrd="0" presId="urn:microsoft.com/office/officeart/2018/2/layout/IconVerticalSolidList"/>
    <dgm:cxn modelId="{4B38166B-2624-40FD-BEFE-AACCDCA4D855}" type="presParOf" srcId="{0242E600-EE8C-4866-BE5B-616158C37757}" destId="{0C6D0C33-7091-4684-9E4C-F1D00B75D0A0}" srcOrd="0" destOrd="0" presId="urn:microsoft.com/office/officeart/2018/2/layout/IconVerticalSolidList"/>
    <dgm:cxn modelId="{441DDF17-FB82-441E-9BA7-75774940D670}" type="presParOf" srcId="{0242E600-EE8C-4866-BE5B-616158C37757}" destId="{6A89A51A-A4A9-4AE8-BA05-B484690F3D4E}" srcOrd="1" destOrd="0" presId="urn:microsoft.com/office/officeart/2018/2/layout/IconVerticalSolidList"/>
    <dgm:cxn modelId="{38F7FCC4-FB2A-41C7-9DD5-C886B7C40D21}" type="presParOf" srcId="{0242E600-EE8C-4866-BE5B-616158C37757}" destId="{C66423D0-FC5A-4453-ADBF-CAF0EC1A4C4A}" srcOrd="2" destOrd="0" presId="urn:microsoft.com/office/officeart/2018/2/layout/IconVerticalSolidList"/>
    <dgm:cxn modelId="{6848A9C1-AFA5-40B6-B9F2-F56037F3ECB6}" type="presParOf" srcId="{0242E600-EE8C-4866-BE5B-616158C37757}" destId="{4A97A05B-F2D2-4AFD-827D-1CD11F81F9A0}" srcOrd="3" destOrd="0" presId="urn:microsoft.com/office/officeart/2018/2/layout/IconVerticalSolidList"/>
    <dgm:cxn modelId="{152A2975-622C-40BC-8C48-120276A3214A}" type="presParOf" srcId="{0242E600-EE8C-4866-BE5B-616158C37757}" destId="{7E533AF6-2AC8-4C77-A593-280C12885AC9}" srcOrd="4" destOrd="0" presId="urn:microsoft.com/office/officeart/2018/2/layout/IconVerticalSolidList"/>
    <dgm:cxn modelId="{D4A7DA86-12E4-4CF1-B93D-B27AD6EF99BF}" type="presParOf" srcId="{C9169C9F-5D4D-4BC1-A3A1-A4CA27894ED7}" destId="{A802574B-81CD-4391-9F62-95B989E0B4B9}" srcOrd="3" destOrd="0" presId="urn:microsoft.com/office/officeart/2018/2/layout/IconVerticalSolidList"/>
    <dgm:cxn modelId="{E38DD891-F5ED-435F-8A87-7D421307F645}" type="presParOf" srcId="{C9169C9F-5D4D-4BC1-A3A1-A4CA27894ED7}" destId="{73710148-E926-4427-8EEE-F9B6B7FC8EDE}" srcOrd="4" destOrd="0" presId="urn:microsoft.com/office/officeart/2018/2/layout/IconVerticalSolidList"/>
    <dgm:cxn modelId="{1B70D522-28FA-4D82-8C06-A58AD895AC30}" type="presParOf" srcId="{73710148-E926-4427-8EEE-F9B6B7FC8EDE}" destId="{196C3F97-8852-4078-8B01-818C61AD3211}" srcOrd="0" destOrd="0" presId="urn:microsoft.com/office/officeart/2018/2/layout/IconVerticalSolidList"/>
    <dgm:cxn modelId="{F54AC880-6BDA-4B4C-BDDC-2CF66DCD9306}" type="presParOf" srcId="{73710148-E926-4427-8EEE-F9B6B7FC8EDE}" destId="{F37AE7C0-517C-4515-95D6-FFC1C2E62E00}" srcOrd="1" destOrd="0" presId="urn:microsoft.com/office/officeart/2018/2/layout/IconVerticalSolidList"/>
    <dgm:cxn modelId="{2D471941-FFC5-40AA-961D-281855907EB5}" type="presParOf" srcId="{73710148-E926-4427-8EEE-F9B6B7FC8EDE}" destId="{125138FD-A8AD-4CB2-9D6F-8C2D3899C31D}" srcOrd="2" destOrd="0" presId="urn:microsoft.com/office/officeart/2018/2/layout/IconVerticalSolidList"/>
    <dgm:cxn modelId="{C9C3EC38-BFA2-433B-B691-1E885454221D}" type="presParOf" srcId="{73710148-E926-4427-8EEE-F9B6B7FC8EDE}" destId="{78798B3C-6E92-4B51-97EE-04BE591D1A4A}" srcOrd="3" destOrd="0" presId="urn:microsoft.com/office/officeart/2018/2/layout/IconVerticalSolidList"/>
    <dgm:cxn modelId="{0A0DB97C-EA8D-472D-A62D-092FBC2AB8DB}" type="presParOf" srcId="{73710148-E926-4427-8EEE-F9B6B7FC8EDE}" destId="{CFCAD1A7-21EC-4C89-A91E-1E71C91F0F65}" srcOrd="4" destOrd="0" presId="urn:microsoft.com/office/officeart/2018/2/layout/IconVerticalSolidList"/>
    <dgm:cxn modelId="{B5F735CB-D542-4F0E-8ECF-FDB5444838E0}" type="presParOf" srcId="{C9169C9F-5D4D-4BC1-A3A1-A4CA27894ED7}" destId="{285FF63E-F5F0-4497-BD91-EA71C09F6C45}" srcOrd="5" destOrd="0" presId="urn:microsoft.com/office/officeart/2018/2/layout/IconVerticalSolidList"/>
    <dgm:cxn modelId="{F45C3D8D-D63E-4950-B5BC-B865FB74CDE7}" type="presParOf" srcId="{C9169C9F-5D4D-4BC1-A3A1-A4CA27894ED7}" destId="{E23A4897-DD69-47AA-9C29-41D78A17312A}" srcOrd="6" destOrd="0" presId="urn:microsoft.com/office/officeart/2018/2/layout/IconVerticalSolidList"/>
    <dgm:cxn modelId="{10A24F8B-06FB-48C7-B468-EBB5BFE8C292}" type="presParOf" srcId="{E23A4897-DD69-47AA-9C29-41D78A17312A}" destId="{A6E5A371-8FD2-4E88-B32D-46D128A23E29}" srcOrd="0" destOrd="0" presId="urn:microsoft.com/office/officeart/2018/2/layout/IconVerticalSolidList"/>
    <dgm:cxn modelId="{5AFFFC8E-161F-478E-842A-3240A30AB59A}" type="presParOf" srcId="{E23A4897-DD69-47AA-9C29-41D78A17312A}" destId="{5ACBCA84-8119-43D9-AC2B-CE323F7B8401}" srcOrd="1" destOrd="0" presId="urn:microsoft.com/office/officeart/2018/2/layout/IconVerticalSolidList"/>
    <dgm:cxn modelId="{7366525B-4FBA-457B-A0D1-5A3F20FE0FAE}" type="presParOf" srcId="{E23A4897-DD69-47AA-9C29-41D78A17312A}" destId="{B52B4601-F238-4117-982F-1B906C5F746D}" srcOrd="2" destOrd="0" presId="urn:microsoft.com/office/officeart/2018/2/layout/IconVerticalSolidList"/>
    <dgm:cxn modelId="{5FE2EAF3-B692-44A6-AD74-7A12F22EBBB6}" type="presParOf" srcId="{E23A4897-DD69-47AA-9C29-41D78A17312A}" destId="{398F6D8B-E556-45F9-99E3-3EB8AA09730A}" srcOrd="3" destOrd="0" presId="urn:microsoft.com/office/officeart/2018/2/layout/IconVerticalSolidList"/>
    <dgm:cxn modelId="{E7C392FC-4458-4C54-8631-93F2CAFF287B}" type="presParOf" srcId="{E23A4897-DD69-47AA-9C29-41D78A17312A}" destId="{B1755413-7EB0-44DB-A214-692EE68BC8A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A770C6-2C36-4032-9B10-E933308C99D1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F57767-ACAC-4241-BB5A-5FE982268568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65DD1-DDC2-4D21-83DA-5DB334DECD2A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300" b="1" i="0" kern="1200" baseline="0"/>
            <a:t>Petoi Coding Blocks</a:t>
          </a:r>
          <a:r>
            <a:rPr lang="es-CL" sz="2300" b="0" i="0" kern="1200" baseline="0"/>
            <a:t> es una plataforma de programación visual basada en bloques, similar a Scratch, diseñada para programar robots cuadrúpedos como Bittle y Bittle X.</a:t>
          </a:r>
          <a:endParaRPr lang="en-US" sz="2300" kern="1200"/>
        </a:p>
      </dsp:txBody>
      <dsp:txXfrm>
        <a:off x="1437631" y="531"/>
        <a:ext cx="9077968" cy="1244702"/>
      </dsp:txXfrm>
    </dsp:sp>
    <dsp:sp modelId="{366C471E-63AF-4217-AA93-D9303E78C866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7CB22C-AD10-40B0-A49D-1B0B1327E994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5BBCB-0CF2-4B93-82E0-9E6D2C4DF0FE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300" b="0" i="0" kern="1200" baseline="0"/>
            <a:t>Permite a usuarios de todas las edades crear comportamientos y movimientos complejos sin necesidad de escribir código tradicional.</a:t>
          </a:r>
          <a:endParaRPr lang="en-US" sz="2300" kern="1200"/>
        </a:p>
      </dsp:txBody>
      <dsp:txXfrm>
        <a:off x="1437631" y="1556410"/>
        <a:ext cx="9077968" cy="1244702"/>
      </dsp:txXfrm>
    </dsp:sp>
    <dsp:sp modelId="{7EA7F566-0A07-43BD-A9C3-707BE03C53CE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49A5CE-276C-4A69-8057-4937E966C15F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93A22A-0343-4123-BF86-E015D5987D6E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300" b="0" i="0" kern="1200" baseline="0"/>
            <a:t>Ideal para introducir conceptos de lógica, estructuras de control y pensamiento computacional en entornos educativos.</a:t>
          </a:r>
          <a:endParaRPr lang="en-US" sz="2300" kern="1200"/>
        </a:p>
      </dsp:txBody>
      <dsp:txXfrm>
        <a:off x="1437631" y="3112289"/>
        <a:ext cx="9077968" cy="124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11501A-D8CD-4F59-8919-945843060C67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DA0F4-EC5A-4421-8CA1-2EF93AF13C7E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900" b="1" i="0" kern="1200" baseline="0"/>
            <a:t>Bittle</a:t>
          </a:r>
          <a:r>
            <a:rPr lang="es-CL" sz="3900" b="0" i="0" kern="1200" baseline="0"/>
            <a:t>: Perro robot cuadrúpedo con diseño biónico.</a:t>
          </a:r>
          <a:endParaRPr lang="en-US" sz="3900" kern="1200"/>
        </a:p>
      </dsp:txBody>
      <dsp:txXfrm>
        <a:off x="0" y="2703"/>
        <a:ext cx="6900512" cy="1843578"/>
      </dsp:txXfrm>
    </dsp:sp>
    <dsp:sp modelId="{D08EB17B-B104-4BF4-8DE8-484476C2E723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487DA1-9477-4BDA-B6AF-3A4765FAED6F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900" b="1" i="0" kern="1200" baseline="0"/>
            <a:t>Bittle X</a:t>
          </a:r>
          <a:r>
            <a:rPr lang="es-CL" sz="3900" b="0" i="0" kern="1200" baseline="0"/>
            <a:t>: Versión mejorada con capacidades adicionales.</a:t>
          </a:r>
          <a:endParaRPr lang="en-US" sz="3900" kern="1200"/>
        </a:p>
      </dsp:txBody>
      <dsp:txXfrm>
        <a:off x="0" y="1846281"/>
        <a:ext cx="6900512" cy="1843578"/>
      </dsp:txXfrm>
    </dsp:sp>
    <dsp:sp modelId="{D04AE7CF-FDEF-4A1F-85F5-84B42A50E749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D318E-68EE-4145-8E06-09F60348A96B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900" b="1" i="0" kern="1200" baseline="0"/>
            <a:t>Nybble</a:t>
          </a:r>
          <a:r>
            <a:rPr lang="es-CL" sz="3900" b="0" i="0" kern="1200" baseline="0"/>
            <a:t>: Gato robot cuadrúpedo.​</a:t>
          </a:r>
          <a:endParaRPr lang="en-US" sz="3900" kern="1200"/>
        </a:p>
      </dsp:txBody>
      <dsp:txXfrm>
        <a:off x="0" y="3689859"/>
        <a:ext cx="6900512" cy="18435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41DD2B-344D-4063-8EFA-EA3CEA7801B3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3C7D88-68AD-4972-B72D-5AD21C3EE7D9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25B54-113B-4445-9AC3-080AEDFD84AC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/>
            <a:t>Modo simulación previa</a:t>
          </a:r>
          <a:r>
            <a:rPr lang="es-ES" sz="2300" kern="1200"/>
            <a:t>: Puedes probar lógicas sin tener el robot conectado.</a:t>
          </a:r>
          <a:endParaRPr lang="en-US" sz="2300" kern="1200"/>
        </a:p>
      </dsp:txBody>
      <dsp:txXfrm>
        <a:off x="1939533" y="717"/>
        <a:ext cx="4362067" cy="1679249"/>
      </dsp:txXfrm>
    </dsp:sp>
    <dsp:sp modelId="{DA32440C-E7F1-44C1-BFF0-B8A470EBB1AA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8C88F5-F171-4CD9-A9D4-A855F6DBD5AD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9B062F-B0CD-4942-9370-F87E27B794A2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🔄 </a:t>
          </a:r>
          <a:r>
            <a:rPr lang="es-ES" sz="2300" b="1" kern="1200"/>
            <a:t>Vista en consola de bloques ejecutados</a:t>
          </a:r>
          <a:r>
            <a:rPr lang="es-ES" sz="2300" kern="1200"/>
            <a:t>: Permite comprobar si tu lógica funciona.</a:t>
          </a:r>
          <a:endParaRPr lang="en-US" sz="2300" kern="1200"/>
        </a:p>
      </dsp:txBody>
      <dsp:txXfrm>
        <a:off x="1939533" y="2099779"/>
        <a:ext cx="4362067" cy="1679249"/>
      </dsp:txXfrm>
    </dsp:sp>
    <dsp:sp modelId="{E3CAC8DD-4FB7-425B-A7A7-0CC567736160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E51913-5C5A-49D5-A07A-D9A7284C2AF0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95E37-A97C-41F8-8F58-0427CC4B6503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👩‍💻 </a:t>
          </a:r>
          <a:r>
            <a:rPr lang="es-ES" sz="2300" b="1" kern="1200"/>
            <a:t>Exportación a Python para estudiar estructuras sin hardware</a:t>
          </a:r>
          <a:r>
            <a:rPr lang="es-ES" sz="2300" kern="1200"/>
            <a:t>.</a:t>
          </a:r>
          <a:endParaRPr lang="en-US" sz="2300" kern="1200"/>
        </a:p>
      </dsp:txBody>
      <dsp:txXfrm>
        <a:off x="1939533" y="4198841"/>
        <a:ext cx="4362067" cy="16792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0AC290-6114-42C6-B36B-6B82704E269E}">
      <dsp:nvSpPr>
        <dsp:cNvPr id="0" name=""/>
        <dsp:cNvSpPr/>
      </dsp:nvSpPr>
      <dsp:spPr>
        <a:xfrm>
          <a:off x="0" y="775602"/>
          <a:ext cx="6651253" cy="7160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b="1" i="0" kern="1200" baseline="0"/>
            <a:t>Programación visual</a:t>
          </a:r>
          <a:r>
            <a:rPr lang="es-CL" sz="1800" b="0" i="0" kern="1200" baseline="0"/>
            <a:t>: Interfaz de arrastrar y soltar bloques, facilitando el aprendizaje para principiantes.</a:t>
          </a:r>
          <a:endParaRPr lang="en-US" sz="1800" kern="1200"/>
        </a:p>
      </dsp:txBody>
      <dsp:txXfrm>
        <a:off x="34954" y="810556"/>
        <a:ext cx="6581345" cy="646132"/>
      </dsp:txXfrm>
    </dsp:sp>
    <dsp:sp modelId="{53C946B0-03E9-45E8-B4D5-CB5D2F4F71E3}">
      <dsp:nvSpPr>
        <dsp:cNvPr id="0" name=""/>
        <dsp:cNvSpPr/>
      </dsp:nvSpPr>
      <dsp:spPr>
        <a:xfrm>
          <a:off x="0" y="1543482"/>
          <a:ext cx="6651253" cy="71604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b="1" i="0" kern="1200" baseline="0"/>
            <a:t>Compatibilidad multiplataforma</a:t>
          </a:r>
          <a:r>
            <a:rPr lang="es-CL" sz="1800" b="0" i="0" kern="1200" baseline="0"/>
            <a:t>: Disponible para Windows, macOS y Linux.</a:t>
          </a:r>
          <a:endParaRPr lang="en-US" sz="1800" kern="1200"/>
        </a:p>
      </dsp:txBody>
      <dsp:txXfrm>
        <a:off x="34954" y="1578436"/>
        <a:ext cx="6581345" cy="646132"/>
      </dsp:txXfrm>
    </dsp:sp>
    <dsp:sp modelId="{CC9A480E-B8B6-4E02-A9BB-3BDF7A92C7A8}">
      <dsp:nvSpPr>
        <dsp:cNvPr id="0" name=""/>
        <dsp:cNvSpPr/>
      </dsp:nvSpPr>
      <dsp:spPr>
        <a:xfrm>
          <a:off x="0" y="2311362"/>
          <a:ext cx="6651253" cy="71604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b="1" i="0" kern="1200" baseline="0"/>
            <a:t>Conexión versátil</a:t>
          </a:r>
          <a:r>
            <a:rPr lang="es-CL" sz="1800" b="0" i="0" kern="1200" baseline="0"/>
            <a:t>: Soporta conexiones por cable y Bluetooth.</a:t>
          </a:r>
          <a:endParaRPr lang="en-US" sz="1800" kern="1200"/>
        </a:p>
      </dsp:txBody>
      <dsp:txXfrm>
        <a:off x="34954" y="2346316"/>
        <a:ext cx="6581345" cy="646132"/>
      </dsp:txXfrm>
    </dsp:sp>
    <dsp:sp modelId="{2C2D5A73-E291-4A7F-BF9C-958D4DA8A178}">
      <dsp:nvSpPr>
        <dsp:cNvPr id="0" name=""/>
        <dsp:cNvSpPr/>
      </dsp:nvSpPr>
      <dsp:spPr>
        <a:xfrm>
          <a:off x="0" y="3079242"/>
          <a:ext cx="6651253" cy="71604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b="1" i="0" kern="1200" baseline="0"/>
            <a:t>Generación de código Python</a:t>
          </a:r>
          <a:r>
            <a:rPr lang="es-CL" sz="1800" b="0" i="0" kern="1200" baseline="0"/>
            <a:t>: Permite ver y exportar el código Python generado, facilitando la transición a programación textual.</a:t>
          </a:r>
          <a:endParaRPr lang="en-US" sz="1800" kern="1200"/>
        </a:p>
      </dsp:txBody>
      <dsp:txXfrm>
        <a:off x="34954" y="3114196"/>
        <a:ext cx="6581345" cy="646132"/>
      </dsp:txXfrm>
    </dsp:sp>
    <dsp:sp modelId="{0F0007B5-408B-4926-919F-DC3287B06EEB}">
      <dsp:nvSpPr>
        <dsp:cNvPr id="0" name=""/>
        <dsp:cNvSpPr/>
      </dsp:nvSpPr>
      <dsp:spPr>
        <a:xfrm>
          <a:off x="0" y="3847122"/>
          <a:ext cx="6651253" cy="71604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b="1" i="0" kern="1200" baseline="0"/>
            <a:t>Integración con sensores</a:t>
          </a:r>
          <a:r>
            <a:rPr lang="es-CL" sz="1800" b="0" i="0" kern="1200" baseline="0"/>
            <a:t>: Compatible con sensores como ultrasonido, luz, PIR, entre otros</a:t>
          </a:r>
          <a:endParaRPr lang="en-US" sz="1800" kern="1200"/>
        </a:p>
      </dsp:txBody>
      <dsp:txXfrm>
        <a:off x="34954" y="3882076"/>
        <a:ext cx="6581345" cy="6461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039170-A44D-46DA-ACCF-B87838FB9205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F706F-22CA-4401-8797-E957A04B26FE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b="1" i="0" kern="1200" baseline="0"/>
            <a:t>Mind+</a:t>
          </a:r>
          <a:r>
            <a:rPr lang="es-CL" sz="2700" b="0" i="0" kern="1200" baseline="0"/>
            <a:t>: Entorno de programación necesario para utilizar Petoi Coding Blocks.</a:t>
          </a:r>
          <a:endParaRPr lang="en-US" sz="2700" kern="1200"/>
        </a:p>
      </dsp:txBody>
      <dsp:txXfrm>
        <a:off x="0" y="0"/>
        <a:ext cx="6900512" cy="1384035"/>
      </dsp:txXfrm>
    </dsp:sp>
    <dsp:sp modelId="{A36EFEC8-A535-43BE-BC04-35C5D5BA988A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FE2A4C-551E-427C-9784-EC88392A692E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b="0" i="0" kern="1200" baseline="0"/>
            <a:t>Descarga desde: </a:t>
          </a:r>
          <a:r>
            <a:rPr lang="es-CL" sz="2700" b="0" i="0" kern="1200" baseline="0">
              <a:hlinkClick xmlns:r="http://schemas.openxmlformats.org/officeDocument/2006/relationships" r:id="rId1"/>
            </a:rPr>
            <a:t>https://mindplus.cc/download-en.html</a:t>
          </a:r>
          <a:endParaRPr lang="en-US" sz="2700" kern="1200"/>
        </a:p>
      </dsp:txBody>
      <dsp:txXfrm>
        <a:off x="0" y="1384035"/>
        <a:ext cx="6900512" cy="1384035"/>
      </dsp:txXfrm>
    </dsp:sp>
    <dsp:sp modelId="{07876D5C-15A7-4868-A437-681AE26BBEF7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6E1B7-9FDB-433C-9DD6-A45CD2E1A9D0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b="1" i="0" kern="1200" baseline="0"/>
            <a:t>Extensión de Petoi</a:t>
          </a:r>
          <a:r>
            <a:rPr lang="es-CL" sz="2700" b="0" i="0" kern="1200" baseline="0"/>
            <a:t>: Importar la biblioteca de extensión de Petoi en Mind+.</a:t>
          </a:r>
          <a:endParaRPr lang="en-US" sz="2700" kern="1200"/>
        </a:p>
      </dsp:txBody>
      <dsp:txXfrm>
        <a:off x="0" y="2768070"/>
        <a:ext cx="6900512" cy="1384035"/>
      </dsp:txXfrm>
    </dsp:sp>
    <dsp:sp modelId="{409E7E23-0923-41CD-8FF8-B04BD0D13891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44B4A3-E9A7-49B7-9611-292DB2463744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b="0" i="0" kern="1200" baseline="0"/>
            <a:t>Instrucciones detalladas: </a:t>
          </a:r>
          <a:r>
            <a:rPr lang="es-CL" sz="2700" b="0" i="0" kern="1200" baseline="0">
              <a:hlinkClick xmlns:r="http://schemas.openxmlformats.org/officeDocument/2006/relationships" r:id="rId2"/>
            </a:rPr>
            <a:t>https://docs.petoi.com/block-based-programming/petoi-coding-blocks</a:t>
          </a:r>
          <a:r>
            <a:rPr lang="es-CL" sz="2700" b="0" i="0" kern="1200" baseline="0"/>
            <a:t>​</a:t>
          </a:r>
          <a:endParaRPr lang="en-US" sz="2700" kern="1200"/>
        </a:p>
      </dsp:txBody>
      <dsp:txXfrm>
        <a:off x="0" y="4152105"/>
        <a:ext cx="6900512" cy="13840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1F497D-5B32-4F4A-A92B-A6683CA2F681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11BB66-14E3-4FB7-BC60-AB1B07617F7B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EA91B-184A-4186-B68C-FE22FFE294AA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b="1" i="0" kern="1200" baseline="0"/>
            <a:t>Currículo gratuito</a:t>
          </a:r>
          <a:r>
            <a:rPr lang="es-CL" sz="1600" b="0" i="0" kern="1200" baseline="0"/>
            <a:t>: Petoi ofrece un currículo gratuito basado en proyectos para enseñar robótica y programación.</a:t>
          </a:r>
          <a:endParaRPr lang="en-US" sz="1600" kern="1200"/>
        </a:p>
      </dsp:txBody>
      <dsp:txXfrm>
        <a:off x="1948202" y="368029"/>
        <a:ext cx="3233964" cy="1371985"/>
      </dsp:txXfrm>
    </dsp:sp>
    <dsp:sp modelId="{1EDE210F-BE87-4E3B-879D-BE5B972F973F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5A5881-92EF-45C8-B835-20ADE8FE2C26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BCACB7-C2C8-439A-8B54-1C9E8F802A65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b="0" i="0" kern="1200" baseline="0"/>
            <a:t>Disponible en: </a:t>
          </a:r>
          <a:r>
            <a:rPr lang="es-CL" sz="1600" b="0" i="0" kern="1200" baseline="0">
              <a:hlinkClick xmlns:r="http://schemas.openxmlformats.org/officeDocument/2006/relationships" r:id="rId5"/>
            </a:rPr>
            <a:t>https://www.petoi.com/pages/free-quadruped-robotics-curriculum-scratch-coding</a:t>
          </a:r>
          <a:endParaRPr lang="en-US" sz="1600" kern="1200"/>
        </a:p>
      </dsp:txBody>
      <dsp:txXfrm>
        <a:off x="7411643" y="368029"/>
        <a:ext cx="3233964" cy="1371985"/>
      </dsp:txXfrm>
    </dsp:sp>
    <dsp:sp modelId="{0519EB96-9A35-46F0-AEF8-C34CB5274337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45AAB8-3826-4116-A9BE-0102EB544C6E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FDDC34-BB99-48FE-A4DB-781D2F837A5F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b="1" i="0" kern="1200" baseline="0"/>
            <a:t>Tutoriales en video</a:t>
          </a:r>
          <a:r>
            <a:rPr lang="es-CL" sz="1600" b="0" i="0" kern="1200" baseline="0"/>
            <a:t>: Serie de tutoriales en YouTube para aprender a utilizar Petoi Coding Blocks paso a paso.</a:t>
          </a:r>
          <a:endParaRPr lang="en-US" sz="1600" kern="1200"/>
        </a:p>
      </dsp:txBody>
      <dsp:txXfrm>
        <a:off x="1948202" y="2452790"/>
        <a:ext cx="3233964" cy="1371985"/>
      </dsp:txXfrm>
    </dsp:sp>
    <dsp:sp modelId="{F6708290-1E7D-4BE5-B00C-2FF04F6F73D7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979988-B26D-4838-9EF5-FDA69EC3D621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6B2E12-D30E-450F-A595-3BB069B6086A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b="0" i="0" kern="1200" baseline="0"/>
            <a:t>Lista de reproducción: </a:t>
          </a:r>
          <a:r>
            <a:rPr lang="es-CL" sz="1600" b="0" i="0" kern="1200" baseline="0">
              <a:hlinkClick xmlns:r="http://schemas.openxmlformats.org/officeDocument/2006/relationships" r:id="rId10"/>
            </a:rPr>
            <a:t>Petoi Coding Blocks Robotics Curriculum</a:t>
          </a:r>
          <a:endParaRPr lang="en-US" sz="1600" kern="1200"/>
        </a:p>
      </dsp:txBody>
      <dsp:txXfrm>
        <a:off x="7411643" y="2452790"/>
        <a:ext cx="3233964" cy="137198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D2B6AB-D04E-470D-A6AB-E4834A1B63AF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F5654C-F47B-44C1-AA52-94A45BCEB50D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8ADBC-626C-4BA4-8DF2-20FAB54615B1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b="1" i="0" kern="1200" baseline="0"/>
            <a:t>Foro de Petoi</a:t>
          </a:r>
          <a:r>
            <a:rPr lang="es-CL" sz="1600" b="0" i="0" kern="1200" baseline="0"/>
            <a:t>: Participa en la comunidad, comparte proyectos y resuelve dudas.</a:t>
          </a:r>
          <a:endParaRPr lang="en-US" sz="1600" kern="1200"/>
        </a:p>
      </dsp:txBody>
      <dsp:txXfrm>
        <a:off x="1428292" y="2439"/>
        <a:ext cx="4873308" cy="1236616"/>
      </dsp:txXfrm>
    </dsp:sp>
    <dsp:sp modelId="{E5E273EE-9D40-4A39-AC0A-24B3F246CDA2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635E8C-6B19-4F2F-B2C9-E244E793A254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996137-9A61-4C62-97EA-DC8E68AC9EE5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b="0" i="0" kern="1200" baseline="0">
              <a:hlinkClick xmlns:r="http://schemas.openxmlformats.org/officeDocument/2006/relationships" r:id="rId5"/>
            </a:rPr>
            <a:t>https://www.petoi.camp/forum</a:t>
          </a:r>
          <a:endParaRPr lang="en-US" sz="1600" kern="1200"/>
        </a:p>
      </dsp:txBody>
      <dsp:txXfrm>
        <a:off x="1428292" y="1548210"/>
        <a:ext cx="4873308" cy="1236616"/>
      </dsp:txXfrm>
    </dsp:sp>
    <dsp:sp modelId="{A7D56CEB-CBA0-4E35-A344-CC6D7057ADA9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53AA10-C913-4FC3-A4E0-39D4F228CB56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49DD5D-7B34-4D24-9EEB-BCE315493A28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b="1" i="0" kern="1200" baseline="0"/>
            <a:t>Repositorio OpenCat</a:t>
          </a:r>
          <a:r>
            <a:rPr lang="es-CL" sz="1600" b="0" i="0" kern="1200" baseline="0"/>
            <a:t>: Accede al código fuente y contribuye al desarrollo.</a:t>
          </a:r>
          <a:endParaRPr lang="en-US" sz="1600" kern="1200"/>
        </a:p>
      </dsp:txBody>
      <dsp:txXfrm>
        <a:off x="1428292" y="3093981"/>
        <a:ext cx="4873308" cy="1236616"/>
      </dsp:txXfrm>
    </dsp:sp>
    <dsp:sp modelId="{AB37F64C-13FB-4BC1-9AA4-E36F63173A00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586528-E691-4744-B92F-4282FA1F8E47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E64430-94E8-41F3-960D-3DDBCFD218BF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b="0" i="0" kern="1200" baseline="0">
              <a:hlinkClick xmlns:r="http://schemas.openxmlformats.org/officeDocument/2006/relationships" r:id="rId10"/>
            </a:rPr>
            <a:t>https://github.com/PetoiCamp/OpenCat</a:t>
          </a:r>
          <a:r>
            <a:rPr lang="es-CL" sz="1600" b="0" i="0" kern="1200" baseline="0"/>
            <a:t>​</a:t>
          </a:r>
          <a:r>
            <a:rPr lang="es-CL" sz="1600" b="0" i="0" kern="1200" baseline="0">
              <a:hlinkClick xmlns:r="http://schemas.openxmlformats.org/officeDocument/2006/relationships" r:id="rId11"/>
            </a:rPr>
            <a:t>Pet</a:t>
          </a:r>
          <a:endParaRPr lang="en-US" sz="1600" kern="1200"/>
        </a:p>
      </dsp:txBody>
      <dsp:txXfrm>
        <a:off x="1428292" y="4639752"/>
        <a:ext cx="4873308" cy="123661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D8B64E-F03A-453A-9FF3-DA439A0BEDAE}">
      <dsp:nvSpPr>
        <dsp:cNvPr id="0" name=""/>
        <dsp:cNvSpPr/>
      </dsp:nvSpPr>
      <dsp:spPr>
        <a:xfrm>
          <a:off x="0" y="2658"/>
          <a:ext cx="6367912" cy="13474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30A0E3-B714-48C1-B4B8-FE68BEA2B50B}">
      <dsp:nvSpPr>
        <dsp:cNvPr id="0" name=""/>
        <dsp:cNvSpPr/>
      </dsp:nvSpPr>
      <dsp:spPr>
        <a:xfrm>
          <a:off x="407597" y="305830"/>
          <a:ext cx="741086" cy="7410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D65EF7-D1BF-451F-8498-D5B0EF1F72B2}">
      <dsp:nvSpPr>
        <dsp:cNvPr id="0" name=""/>
        <dsp:cNvSpPr/>
      </dsp:nvSpPr>
      <dsp:spPr>
        <a:xfrm>
          <a:off x="1556282" y="2658"/>
          <a:ext cx="4811630" cy="1347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603" tIns="142603" rIns="142603" bIns="14260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100" b="1" i="0" kern="1200" baseline="0" dirty="0"/>
            <a:t>Simulación y lógica:</a:t>
          </a:r>
          <a:endParaRPr lang="en-US" sz="2100" kern="1200" dirty="0"/>
        </a:p>
      </dsp:txBody>
      <dsp:txXfrm>
        <a:off x="1556282" y="2658"/>
        <a:ext cx="4811630" cy="1347430"/>
      </dsp:txXfrm>
    </dsp:sp>
    <dsp:sp modelId="{0C6D0C33-7091-4684-9E4C-F1D00B75D0A0}">
      <dsp:nvSpPr>
        <dsp:cNvPr id="0" name=""/>
        <dsp:cNvSpPr/>
      </dsp:nvSpPr>
      <dsp:spPr>
        <a:xfrm>
          <a:off x="0" y="1686946"/>
          <a:ext cx="6367912" cy="13474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89A51A-A4A9-4AE8-BA05-B484690F3D4E}">
      <dsp:nvSpPr>
        <dsp:cNvPr id="0" name=""/>
        <dsp:cNvSpPr/>
      </dsp:nvSpPr>
      <dsp:spPr>
        <a:xfrm>
          <a:off x="407597" y="1990118"/>
          <a:ext cx="741086" cy="7410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97A05B-F2D2-4AFD-827D-1CD11F81F9A0}">
      <dsp:nvSpPr>
        <dsp:cNvPr id="0" name=""/>
        <dsp:cNvSpPr/>
      </dsp:nvSpPr>
      <dsp:spPr>
        <a:xfrm>
          <a:off x="1556282" y="1686946"/>
          <a:ext cx="2865560" cy="1347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603" tIns="142603" rIns="142603" bIns="14260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100" b="1" i="0" kern="1200" baseline="0"/>
            <a:t>Secuencia de acciones con “espera” y “eventos”</a:t>
          </a:r>
          <a:endParaRPr lang="en-US" sz="2100" kern="1200"/>
        </a:p>
      </dsp:txBody>
      <dsp:txXfrm>
        <a:off x="1556282" y="1686946"/>
        <a:ext cx="2865560" cy="1347430"/>
      </dsp:txXfrm>
    </dsp:sp>
    <dsp:sp modelId="{7E533AF6-2AC8-4C77-A593-280C12885AC9}">
      <dsp:nvSpPr>
        <dsp:cNvPr id="0" name=""/>
        <dsp:cNvSpPr/>
      </dsp:nvSpPr>
      <dsp:spPr>
        <a:xfrm>
          <a:off x="4421843" y="1686946"/>
          <a:ext cx="1946069" cy="1347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603" tIns="142603" rIns="142603" bIns="142603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0" i="0" kern="1200" baseline="0"/>
            <a:t>Usar bloques esperar, mostrar texto, mensaje enviado/recibido.</a:t>
          </a:r>
          <a:endParaRPr lang="en-US" sz="1100" kern="1200"/>
        </a:p>
      </dsp:txBody>
      <dsp:txXfrm>
        <a:off x="4421843" y="1686946"/>
        <a:ext cx="1946069" cy="1347430"/>
      </dsp:txXfrm>
    </dsp:sp>
    <dsp:sp modelId="{196C3F97-8852-4078-8B01-818C61AD3211}">
      <dsp:nvSpPr>
        <dsp:cNvPr id="0" name=""/>
        <dsp:cNvSpPr/>
      </dsp:nvSpPr>
      <dsp:spPr>
        <a:xfrm>
          <a:off x="0" y="3371235"/>
          <a:ext cx="6367912" cy="13474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7AE7C0-517C-4515-95D6-FFC1C2E62E00}">
      <dsp:nvSpPr>
        <dsp:cNvPr id="0" name=""/>
        <dsp:cNvSpPr/>
      </dsp:nvSpPr>
      <dsp:spPr>
        <a:xfrm>
          <a:off x="407597" y="3674407"/>
          <a:ext cx="741086" cy="7410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798B3C-6E92-4B51-97EE-04BE591D1A4A}">
      <dsp:nvSpPr>
        <dsp:cNvPr id="0" name=""/>
        <dsp:cNvSpPr/>
      </dsp:nvSpPr>
      <dsp:spPr>
        <a:xfrm>
          <a:off x="1556282" y="3371235"/>
          <a:ext cx="2865560" cy="1347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603" tIns="142603" rIns="142603" bIns="14260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100" b="1" i="0" kern="1200" baseline="0"/>
            <a:t>Condicionales y bucles</a:t>
          </a:r>
          <a:endParaRPr lang="en-US" sz="2100" kern="1200"/>
        </a:p>
      </dsp:txBody>
      <dsp:txXfrm>
        <a:off x="1556282" y="3371235"/>
        <a:ext cx="2865560" cy="1347430"/>
      </dsp:txXfrm>
    </dsp:sp>
    <dsp:sp modelId="{CFCAD1A7-21EC-4C89-A91E-1E71C91F0F65}">
      <dsp:nvSpPr>
        <dsp:cNvPr id="0" name=""/>
        <dsp:cNvSpPr/>
      </dsp:nvSpPr>
      <dsp:spPr>
        <a:xfrm>
          <a:off x="4421843" y="3371235"/>
          <a:ext cx="1946069" cy="1347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603" tIns="142603" rIns="142603" bIns="142603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0" i="0" kern="1200" baseline="0"/>
            <a:t>Simular un comportamiento con sensores ficticios:</a:t>
          </a:r>
          <a:br>
            <a:rPr lang="es-CL" sz="1100" b="0" i="0" kern="1200" baseline="0"/>
          </a:br>
          <a:r>
            <a:rPr lang="es-CL" sz="1100" b="0" i="0" kern="1200" baseline="0"/>
            <a:t>Si variable "distancia" &lt; 20 entonces mostrar "obstáculo".</a:t>
          </a:r>
          <a:endParaRPr lang="en-US" sz="1100" kern="1200"/>
        </a:p>
      </dsp:txBody>
      <dsp:txXfrm>
        <a:off x="4421843" y="3371235"/>
        <a:ext cx="1946069" cy="1347430"/>
      </dsp:txXfrm>
    </dsp:sp>
    <dsp:sp modelId="{A6E5A371-8FD2-4E88-B32D-46D128A23E29}">
      <dsp:nvSpPr>
        <dsp:cNvPr id="0" name=""/>
        <dsp:cNvSpPr/>
      </dsp:nvSpPr>
      <dsp:spPr>
        <a:xfrm>
          <a:off x="0" y="5055523"/>
          <a:ext cx="6367912" cy="13474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CBCA84-8119-43D9-AC2B-CE323F7B8401}">
      <dsp:nvSpPr>
        <dsp:cNvPr id="0" name=""/>
        <dsp:cNvSpPr/>
      </dsp:nvSpPr>
      <dsp:spPr>
        <a:xfrm>
          <a:off x="407597" y="5358695"/>
          <a:ext cx="741086" cy="7410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F6D8B-E556-45F9-99E3-3EB8AA09730A}">
      <dsp:nvSpPr>
        <dsp:cNvPr id="0" name=""/>
        <dsp:cNvSpPr/>
      </dsp:nvSpPr>
      <dsp:spPr>
        <a:xfrm>
          <a:off x="1556282" y="5055523"/>
          <a:ext cx="2865560" cy="1347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603" tIns="142603" rIns="142603" bIns="14260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100" b="1" i="0" kern="1200" baseline="0"/>
            <a:t>Práctica de estructuras de control</a:t>
          </a:r>
          <a:endParaRPr lang="en-US" sz="2100" kern="1200"/>
        </a:p>
      </dsp:txBody>
      <dsp:txXfrm>
        <a:off x="1556282" y="5055523"/>
        <a:ext cx="2865560" cy="1347430"/>
      </dsp:txXfrm>
    </dsp:sp>
    <dsp:sp modelId="{B1755413-7EB0-44DB-A214-692EE68BC8A3}">
      <dsp:nvSpPr>
        <dsp:cNvPr id="0" name=""/>
        <dsp:cNvSpPr/>
      </dsp:nvSpPr>
      <dsp:spPr>
        <a:xfrm>
          <a:off x="4421843" y="5055523"/>
          <a:ext cx="1946069" cy="1347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603" tIns="142603" rIns="142603" bIns="142603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0" i="0" kern="1200" baseline="0"/>
            <a:t>Usar variables como simuladores de estados:</a:t>
          </a:r>
          <a:br>
            <a:rPr lang="es-CL" sz="1100" b="0" i="0" kern="1200" baseline="0"/>
          </a:br>
          <a:r>
            <a:rPr lang="es-CL" sz="1100" b="0" i="0" kern="1200" baseline="0"/>
            <a:t>si "estado" = "caminando" entonces cambiar a "sentado".</a:t>
          </a:r>
          <a:endParaRPr lang="en-US" sz="1100" kern="1200"/>
        </a:p>
      </dsp:txBody>
      <dsp:txXfrm>
        <a:off x="4421843" y="5055523"/>
        <a:ext cx="1946069" cy="1347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E295C87-E7C9-2F5D-CB80-976FEF10A2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F310F09-9BDA-DD4D-0A77-D0E0CC131C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D27C1-A5AD-4BE3-B0DA-5A8DFA6308C5}" type="datetimeFigureOut">
              <a:rPr lang="es-CL" smtClean="0"/>
              <a:t>14-04-2025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93EAFF0-3767-49FE-1B80-5F428747D0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800602E-5F59-F1F5-D0E0-9DB2D48B5E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68B2A-3DF5-4307-B323-BD16FCB3CDF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95177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1E8A10-D727-4178-9F85-369A660D8665}" type="datetimeFigureOut">
              <a:rPr lang="es-CL" smtClean="0"/>
              <a:t>14-04-2025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FBD47C-42A0-4864-8123-7994490E49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488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34A58-7118-6775-3A4E-5C2D28A0E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B311DE-94C9-F3FA-775A-551658502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E27089-8567-C504-A023-F079AA079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14-04-2025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9EB7FB-FF84-A608-0E49-BB2FD1148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7778B7-768F-4913-FBBA-BA370AEE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0850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C990C-7E58-7A8B-54DF-69ED94E2E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0313AB-ADAE-0B6B-8B60-DA4395437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C5E0E8-1FE5-2852-EE4F-DE6C3438B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14-04-2025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7A4A64-2EA9-28E3-2B23-DD5D0CF7D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8604E8-B245-95AD-5EED-EBB32D25F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74703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CEC80-021A-AC44-3438-0F21DB962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BA45A6-FF18-B6A2-B5C4-ED2F5BFE9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5F8DD4-540D-9018-872B-7E459A91D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14-04-2025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8D647C-51D9-B4B7-38DA-73015C0BD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F5DE53-57AA-5B9B-1EF2-C0BF348EF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068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BD62E3-26AB-D36B-3A83-8C7E23F5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B8362E-7A09-AA55-0254-C69833D34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CE6FE3-3C64-E72A-7F44-08FFE4CC3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6482E6-F35B-8EB9-2ED8-37329AD62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14-04-2025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94F689-6794-4E11-00E6-CC22611C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F9F050-B1F8-B3B7-0A1A-0B294243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2314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472E4-006C-375E-0B18-45348130B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EC51E9-828F-E351-2D6A-1CD4782A7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428A40-14C9-E200-B5BD-233420684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6630129-456E-6949-614B-B331694705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5C0D87-ACE0-827D-9D9A-0591C1EF40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8FB0F0-4309-2B03-D7A6-38F036411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14-04-2025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27C96AD-A272-BCA0-060F-B378B8AE6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F388B39-0FC0-A255-E49C-7843AEE3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6730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948D1F-FE64-E174-9E5B-272A4F74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03488B8-DFCB-8258-6E38-6ABC00424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14-04-2025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EA4386-B372-4842-BBF3-7BCEB9340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571E515-2E3E-A213-2193-8F028DB3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1016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98B507-22C1-77F3-1BEE-8FBE37B0A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14-04-2025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73EA01-DFAF-5118-3AC7-E1A812A9D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B360B9-63EF-FD2E-27D2-31BBAFC6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1068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2BC58-1B71-52C9-D0C3-1BAA2E1A4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E5219F-2C41-6667-9591-32B836D09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9ADB86-F016-E554-DC92-3CC541A01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2122E2-92AE-5A6A-71E3-9F23A2AC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14-04-2025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CD53F3-AC53-7C1D-26BD-E281FC772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0C2D3D-281D-1F9F-C676-1B274385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1273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18E98-60F1-CC38-E130-55CC6A59E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6A92DB1-C153-DC3A-FE05-EB5A99C72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ECC43C-C01A-2FBF-D75B-ABF12AF06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7678BC-5D02-0338-B53B-C9CD26EEB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14-04-2025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E75F06-C350-D139-F1FB-E5768ADE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909B2C-2372-EC01-1F04-5747110B8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6070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1A26F2-7677-4DC7-C1CA-96FFAEFD0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5964FD1-B53D-49EA-56EE-F8CA96472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F09158-F381-CF85-DDA1-E26A164DB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14-04-2025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E2337B-3ACE-28F8-EB59-54A73F6B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5BA52D-BAE6-3DF0-9EA6-A236BFCD2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1513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A0E977-BB0D-54B7-D1D0-71A2E09FB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743499-DB8A-61E0-0AC6-1326313E4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C7CBE1-0598-5370-E961-DA25B859A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14-04-2025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0A1D84-1FC2-A0DD-6194-334E1790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55205D-F8EE-6866-F7C7-D99A2A6C0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725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39DCA9B-CBAD-8B8B-DF58-ADDAF60BA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AE67BF-B24E-3BF3-4867-0017D7892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44CFC5-2869-5BBF-D5C6-F45E67185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EDBE3-DC2B-482B-9C40-482EEB08E9A9}" type="datetimeFigureOut">
              <a:rPr lang="es-CL" smtClean="0"/>
              <a:t>14-04-2025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C7A9D6-68D9-94E9-3F79-F3544E200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47B5C2-FE86-C9D8-7D1E-658F73195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172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1C0CDF87-1BAB-BB67-ED9A-27A1B570C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553856"/>
          </a:xfrm>
        </p:spPr>
        <p:txBody>
          <a:bodyPr>
            <a:normAutofit/>
          </a:bodyPr>
          <a:lstStyle/>
          <a:p>
            <a:r>
              <a:rPr lang="es-CL" sz="3600" b="1" noProof="0" dirty="0">
                <a:latin typeface="Candara"/>
                <a:cs typeface="Candara"/>
              </a:rPr>
              <a:t>TALLER DE IA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E751EE-16EE-18E1-6CB1-144C4CBFA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87" y="1427162"/>
            <a:ext cx="408622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048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5 Marcador de texto"/>
          <p:cNvSpPr>
            <a:spLocks noGrp="1"/>
          </p:cNvSpPr>
          <p:nvPr>
            <p:ph type="body" idx="1"/>
          </p:nvPr>
        </p:nvSpPr>
        <p:spPr>
          <a:xfrm>
            <a:off x="1912615" y="1236865"/>
            <a:ext cx="6705251" cy="26887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endParaRPr lang="en-US" sz="4000" b="1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3600" b="1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Unidad de </a:t>
            </a:r>
            <a:r>
              <a:rPr lang="en-US" sz="3600" b="1" kern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Aprendizaje</a:t>
            </a:r>
            <a:r>
              <a:rPr lang="en-US" sz="3600" b="1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es-CL" sz="3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Petoi</a:t>
            </a:r>
            <a:r>
              <a:rPr lang="es-CL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L" sz="3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Coding</a:t>
            </a:r>
            <a:r>
              <a:rPr lang="es-CL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Blocks</a:t>
            </a:r>
            <a:endParaRPr lang="en-US" sz="36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40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40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6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1" name="Oval 7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2 Título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Objetivos</a:t>
            </a: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5 Rectángulo redondeado"/>
          <p:cNvSpPr/>
          <p:nvPr/>
        </p:nvSpPr>
        <p:spPr>
          <a:xfrm>
            <a:off x="640080" y="2872899"/>
            <a:ext cx="4243589" cy="3320668"/>
          </a:xfrm>
          <a:prstGeom prst="roundRect">
            <a:avLst>
              <a:gd name="adj" fmla="val 6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Ctr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>
                <a:solidFill>
                  <a:schemeClr val="tx1"/>
                </a:solidFill>
              </a:rPr>
              <a:t>Explicar qué es Petoi Coding Blocks</a:t>
            </a:r>
            <a:endParaRPr lang="en-US" sz="2200" dirty="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/>
                </a:solidFill>
              </a:rPr>
              <a:t>Identificar las funcionalidades del entorno Mind+</a:t>
            </a:r>
            <a:endParaRPr lang="en-US" sz="2200" dirty="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4" name="Picture 2" descr="http://miriamrochadiaz.files.wordpress.com/2013/01/trabajo-en-equipo2.jpg"/>
          <p:cNvPicPr>
            <a:picLocks noChangeAspect="1" noChangeArrowheads="1"/>
          </p:cNvPicPr>
          <p:nvPr/>
        </p:nvPicPr>
        <p:blipFill>
          <a:blip r:embed="rId2" cstate="print"/>
          <a:srcRect t="167" b="135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25C81A-CCE5-F26B-274F-7FA78BA17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s-ES" dirty="0"/>
              <a:t>¿Qué es </a:t>
            </a:r>
            <a:r>
              <a:rPr lang="es-ES" dirty="0" err="1"/>
              <a:t>Petoi</a:t>
            </a:r>
            <a:r>
              <a:rPr lang="es-ES" dirty="0"/>
              <a:t> </a:t>
            </a:r>
            <a:r>
              <a:rPr lang="es-ES" dirty="0" err="1"/>
              <a:t>Coding</a:t>
            </a:r>
            <a:r>
              <a:rPr lang="es-ES" dirty="0"/>
              <a:t> Blocks?</a:t>
            </a:r>
            <a:endParaRPr lang="es-C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B2C407B-519E-F31B-53BA-F876186D74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622249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4210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FA7277-37FD-47CA-A8A6-EBD03B9AF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s-CL" sz="5000"/>
              <a:t>Robots compatibles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9097438-47F2-0137-DB63-42CB0D56A2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763646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619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94247E-71F6-3DBC-75AD-0A0ACA6DA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s-CL" sz="3700">
                <a:solidFill>
                  <a:schemeClr val="bg1"/>
                </a:solidFill>
              </a:rPr>
              <a:t>Características principales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786D0EB-E483-10EF-B7C1-FC55E9F97F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3147710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2962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F2BCF5-AC26-38C8-22BD-720E97E02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es-CL" sz="4100"/>
              <a:t>Características principales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2BD90A1-12C9-369B-CD65-FDF4AE055C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1966947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9245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1ACB8E-9178-7398-EB97-439B298D7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s-CL" sz="5400"/>
              <a:t>¿Dónde descargar Petoi Coding Blocks?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FB51A0F-B6D8-3130-065B-1E7ECFCE75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241710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6119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B068F3-5D34-711D-3735-5E1F4C594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CL" sz="4000">
                <a:solidFill>
                  <a:srgbClr val="FFFFFF"/>
                </a:solidFill>
              </a:rPr>
              <a:t>Recursos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AD85952-DB02-C62C-B2F9-0178B3B68A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281755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7284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9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1301FF-EE19-F917-BBAF-A4DDF025A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s-CL">
                <a:solidFill>
                  <a:schemeClr val="bg1"/>
                </a:solidFill>
              </a:rPr>
              <a:t>Más recursos</a:t>
            </a:r>
          </a:p>
        </p:txBody>
      </p:sp>
      <p:grpSp>
        <p:nvGrpSpPr>
          <p:cNvPr id="36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1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38" name="Rectangle 1">
            <a:extLst>
              <a:ext uri="{FF2B5EF4-FFF2-40B4-BE49-F238E27FC236}">
                <a16:creationId xmlns:a16="http://schemas.microsoft.com/office/drawing/2014/main" id="{606852DF-D63D-866E-5D1C-2D0F1A277B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2514009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0859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45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72FC339-5E05-F742-4FE4-2D95FB753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s-CL" sz="4800">
                <a:solidFill>
                  <a:schemeClr val="bg1"/>
                </a:solidFill>
              </a:rPr>
              <a:t>Ejemplos 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9795688-364D-C455-1161-E58D8897B4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2905267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1770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156F9-1758-DA54-9CCE-4445D6786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Actividades de entrenamiento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2EACCB9-AB90-7D2B-A114-4659464A6C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1756840"/>
              </p:ext>
            </p:extLst>
          </p:nvPr>
        </p:nvGraphicFramePr>
        <p:xfrm>
          <a:off x="838200" y="1825625"/>
          <a:ext cx="10515597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99620793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9090881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0945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Actividad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/>
                        <a:t>Objetivo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Resultado esperado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789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Simulación de estados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/>
                        <a:t>Programación condicional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/>
                        <a:t>Verifica cambio de estado en consola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54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/>
                        <a:t>Secuencia de LED virtual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/>
                        <a:t>Control secuencial con tiempos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/>
                        <a:t>Ver cómo se ejecuta orden sin errores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859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Juego de eventos por mensaje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/>
                        <a:t>Comunicación entre bloques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/>
                        <a:t>Activar diferentes acciones por señales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9519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/>
                        <a:t>Algoritmo de saludo 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/>
                        <a:t>Uso de loops y contadores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Contar hasta 3 y mostrar “¡Hola!”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37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9373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549</Words>
  <Application>Microsoft Office PowerPoint</Application>
  <PresentationFormat>Panorámica</PresentationFormat>
  <Paragraphs>65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Candara</vt:lpstr>
      <vt:lpstr>Tema de Office</vt:lpstr>
      <vt:lpstr>Presentación de PowerPoint</vt:lpstr>
      <vt:lpstr>Presentación de PowerPoint</vt:lpstr>
      <vt:lpstr>Objetivos</vt:lpstr>
      <vt:lpstr>¿Qué es Petoi Coding Blocks?</vt:lpstr>
      <vt:lpstr>Robots compatibles</vt:lpstr>
      <vt:lpstr>Características principales</vt:lpstr>
      <vt:lpstr>Características principales</vt:lpstr>
      <vt:lpstr>¿Dónde descargar Petoi Coding Blocks?</vt:lpstr>
      <vt:lpstr>Recursos</vt:lpstr>
      <vt:lpstr>Más recursos</vt:lpstr>
      <vt:lpstr>Ejemplos </vt:lpstr>
      <vt:lpstr>Actividades de entrenamiento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9</cp:revision>
  <dcterms:created xsi:type="dcterms:W3CDTF">2025-03-03T02:56:02Z</dcterms:created>
  <dcterms:modified xsi:type="dcterms:W3CDTF">2025-04-15T02:28:58Z</dcterms:modified>
</cp:coreProperties>
</file>